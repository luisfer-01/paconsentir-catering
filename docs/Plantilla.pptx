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9AA0A6"/>
          </p15:clr>
        </p15:guide>
        <p15:guide id="2" pos="38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55479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2149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9004dec1c5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9004dec1c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8807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9004dec1c5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9004dec1c5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1671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9004dec1c5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9004dec1c5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4214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9004dec1c5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9004dec1c5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156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Panorámica</PresentationFormat>
  <Paragraphs>0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</dc:creator>
  <cp:lastModifiedBy>Cuenta Microsoft</cp:lastModifiedBy>
  <cp:revision>2</cp:revision>
  <dcterms:modified xsi:type="dcterms:W3CDTF">2024-08-30T12:27:55Z</dcterms:modified>
</cp:coreProperties>
</file>