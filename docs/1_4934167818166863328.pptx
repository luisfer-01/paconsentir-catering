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90" r:id="rId4"/>
    <p:sldId id="292" r:id="rId5"/>
    <p:sldId id="295" r:id="rId6"/>
    <p:sldId id="296" r:id="rId7"/>
    <p:sldId id="297" r:id="rId8"/>
    <p:sldId id="298" r:id="rId9"/>
    <p:sldId id="299" r:id="rId10"/>
    <p:sldId id="316" r:id="rId11"/>
    <p:sldId id="300" r:id="rId12"/>
    <p:sldId id="302" r:id="rId13"/>
    <p:sldId id="307" r:id="rId14"/>
    <p:sldId id="309" r:id="rId15"/>
    <p:sldId id="310" r:id="rId16"/>
    <p:sldId id="311" r:id="rId17"/>
    <p:sldId id="308" r:id="rId18"/>
    <p:sldId id="313" r:id="rId19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3A"/>
    <a:srgbClr val="2E6868"/>
    <a:srgbClr val="CB3500"/>
    <a:srgbClr val="C55A11"/>
    <a:srgbClr val="CCCCFF"/>
    <a:srgbClr val="7566B5"/>
    <a:srgbClr val="E20300"/>
    <a:srgbClr val="B503B6"/>
    <a:srgbClr val="A5A5A5"/>
    <a:srgbClr val="99CB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13944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203878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63896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2894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59579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97966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3417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25649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1878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39231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00876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47FB7-1A3B-4FAC-B0D9-7C8904C49E71}" type="datetimeFigureOut">
              <a:rPr lang="es-BO" smtClean="0"/>
              <a:t>7/11/2025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299CE-B0C2-4E90-99AC-A08A842D205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62119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Razones para estudiar en UDABOL">
            <a:extLst>
              <a:ext uri="{FF2B5EF4-FFF2-40B4-BE49-F238E27FC236}">
                <a16:creationId xmlns:a16="http://schemas.microsoft.com/office/drawing/2014/main" id="{A0B8E6C0-3F60-1035-EB5C-09C669E60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878" y="1469703"/>
            <a:ext cx="2036244" cy="1916464"/>
          </a:xfrm>
          <a:prstGeom prst="rect">
            <a:avLst/>
          </a:prstGeom>
          <a:ln>
            <a:noFill/>
          </a:ln>
          <a:effectLst>
            <a:glow rad="228600">
              <a:schemeClr val="bg1"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EF20096-9717-43E3-1D1E-A660BB79F97B}"/>
              </a:ext>
            </a:extLst>
          </p:cNvPr>
          <p:cNvSpPr txBox="1"/>
          <p:nvPr/>
        </p:nvSpPr>
        <p:spPr>
          <a:xfrm>
            <a:off x="1524000" y="-207469"/>
            <a:ext cx="926732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BO" sz="2000" b="1" i="0" u="none" strike="noStrike" baseline="0" dirty="0">
              <a:solidFill>
                <a:srgbClr val="00000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BO" sz="2000" b="1" i="0" u="none" strike="noStrike" baseline="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BO" sz="2400" b="1" i="0" u="none" strike="noStrike" baseline="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UNIVERSIDAD DE AQUINO BOLIVIA </a:t>
            </a:r>
          </a:p>
          <a:p>
            <a:pPr algn="ctr"/>
            <a:r>
              <a:rPr lang="es-ES" sz="2400" b="1" i="0" u="none" strike="noStrike" baseline="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FACULTAD DE CIENCIAS EXACTAS Y TECNOLOGÍA </a:t>
            </a:r>
          </a:p>
          <a:p>
            <a:pPr algn="ctr"/>
            <a:r>
              <a:rPr lang="es-ES" sz="2400" b="1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CARRERA DE INGENIERIA DE SISTEMAS</a:t>
            </a:r>
            <a:endParaRPr lang="es-BO" sz="2400" b="1" dirty="0">
              <a:solidFill>
                <a:schemeClr val="bg1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0106BE-9FC1-E2F6-8658-301AD0E8A3F3}"/>
              </a:ext>
            </a:extLst>
          </p:cNvPr>
          <p:cNvSpPr txBox="1"/>
          <p:nvPr/>
        </p:nvSpPr>
        <p:spPr>
          <a:xfrm>
            <a:off x="1524000" y="4552380"/>
            <a:ext cx="9144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BO" b="0" i="0" u="none" strike="noStrike" baseline="0" dirty="0">
              <a:solidFill>
                <a:schemeClr val="bg1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ES" b="0" i="0" u="none" strike="noStrike" baseline="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2000" b="1" i="0" u="none" strike="noStrike" baseline="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PROYECTO DE GRADO PARA OPTAR AL TÍTULO DE LICENCIATURA EN INGENIERÍA DE SISTEMAS </a:t>
            </a:r>
            <a:endParaRPr lang="es-BO" sz="2000" dirty="0">
              <a:solidFill>
                <a:schemeClr val="bg1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9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 tmFilter="0, 0; .2, .5; .8, .5; 1, 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25" autoRev="1" fill="hold"/>
                                        <p:tgtEl>
                                          <p:spTgt spid="10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9C6DF7DF-2BCC-A8E1-DBBA-F002E3649B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66" name="Picture 2" descr="Razones para estudiar en UDABOL">
            <a:extLst>
              <a:ext uri="{FF2B5EF4-FFF2-40B4-BE49-F238E27FC236}">
                <a16:creationId xmlns:a16="http://schemas.microsoft.com/office/drawing/2014/main" id="{798538F5-EDC9-9060-E572-D2683D175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Rectángulo 64">
            <a:extLst>
              <a:ext uri="{FF2B5EF4-FFF2-40B4-BE49-F238E27FC236}">
                <a16:creationId xmlns:a16="http://schemas.microsoft.com/office/drawing/2014/main" id="{159815AC-198A-5BB5-E3A0-2F631A2F57CE}"/>
              </a:ext>
            </a:extLst>
          </p:cNvPr>
          <p:cNvSpPr/>
          <p:nvPr/>
        </p:nvSpPr>
        <p:spPr>
          <a:xfrm>
            <a:off x="8217822" y="4393092"/>
            <a:ext cx="3191687" cy="1134000"/>
          </a:xfrm>
          <a:prstGeom prst="rect">
            <a:avLst/>
          </a:prstGeom>
          <a:noFill/>
          <a:ln w="76200">
            <a:solidFill>
              <a:srgbClr val="37A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169EAAEA-BBB0-78F6-178E-B32D9B8FC7C9}"/>
              </a:ext>
            </a:extLst>
          </p:cNvPr>
          <p:cNvSpPr/>
          <p:nvPr/>
        </p:nvSpPr>
        <p:spPr>
          <a:xfrm>
            <a:off x="1698786" y="4384915"/>
            <a:ext cx="3156526" cy="1134000"/>
          </a:xfrm>
          <a:prstGeom prst="rect">
            <a:avLst/>
          </a:prstGeom>
          <a:noFill/>
          <a:ln w="76200">
            <a:solidFill>
              <a:srgbClr val="63A5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9B56A681-2515-9D7E-E21A-84A113BD8455}"/>
              </a:ext>
            </a:extLst>
          </p:cNvPr>
          <p:cNvSpPr/>
          <p:nvPr/>
        </p:nvSpPr>
        <p:spPr>
          <a:xfrm>
            <a:off x="1673166" y="2130393"/>
            <a:ext cx="3156526" cy="1134000"/>
          </a:xfrm>
          <a:prstGeom prst="rect">
            <a:avLst/>
          </a:prstGeom>
          <a:noFill/>
          <a:ln w="76200">
            <a:solidFill>
              <a:srgbClr val="99CB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D2B43B68-FD96-9B75-B056-405C8D34CC64}"/>
              </a:ext>
            </a:extLst>
          </p:cNvPr>
          <p:cNvSpPr/>
          <p:nvPr/>
        </p:nvSpPr>
        <p:spPr>
          <a:xfrm>
            <a:off x="8246399" y="2122261"/>
            <a:ext cx="3156526" cy="1134000"/>
          </a:xfrm>
          <a:prstGeom prst="rect">
            <a:avLst/>
          </a:prstGeom>
          <a:noFill/>
          <a:ln w="76200">
            <a:solidFill>
              <a:srgbClr val="44C1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B3B614B-1C92-1987-2A12-024EA54AD880}"/>
              </a:ext>
            </a:extLst>
          </p:cNvPr>
          <p:cNvSpPr/>
          <p:nvPr/>
        </p:nvSpPr>
        <p:spPr>
          <a:xfrm>
            <a:off x="2286991" y="448978"/>
            <a:ext cx="81873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atin typeface="Arial"/>
                <a:ea typeface="Arial Unicode MS"/>
                <a:cs typeface="Arial" pitchFamily="34" charset="0"/>
              </a:rPr>
              <a:t>PUNTOS IMPORTANTES</a:t>
            </a:r>
            <a:endParaRPr lang="es-ES" sz="54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ECB5135-6BA6-5D9F-3715-2F0C0D18D8D5}"/>
              </a:ext>
            </a:extLst>
          </p:cNvPr>
          <p:cNvSpPr/>
          <p:nvPr/>
        </p:nvSpPr>
        <p:spPr>
          <a:xfrm>
            <a:off x="8945410" y="2517671"/>
            <a:ext cx="24641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BO" sz="1600" b="1" i="0" u="none" strike="noStrike" baseline="0" dirty="0">
                <a:ln/>
                <a:solidFill>
                  <a:srgbClr val="40404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MARCO TEORICO </a:t>
            </a:r>
            <a:endParaRPr lang="es-ES" sz="4800" b="1" dirty="0">
              <a:ln/>
              <a:solidFill>
                <a:srgbClr val="404040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75EBE30-8B1D-1221-1077-6824A264F057}"/>
              </a:ext>
            </a:extLst>
          </p:cNvPr>
          <p:cNvSpPr/>
          <p:nvPr/>
        </p:nvSpPr>
        <p:spPr>
          <a:xfrm>
            <a:off x="1700213" y="4628300"/>
            <a:ext cx="246095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BO" sz="1600" b="1" i="0" u="none" strike="noStrike" baseline="0" dirty="0">
                <a:ln/>
                <a:solidFill>
                  <a:srgbClr val="40404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DESARROLLO DE </a:t>
            </a:r>
          </a:p>
          <a:p>
            <a:r>
              <a:rPr lang="es-BO" sz="1600" b="1" i="0" u="none" strike="noStrike" baseline="0" dirty="0">
                <a:ln/>
                <a:solidFill>
                  <a:srgbClr val="40404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LA INVESTIGACIÓN</a:t>
            </a:r>
            <a:endParaRPr lang="es-ES" sz="4800" b="1" dirty="0">
              <a:ln/>
              <a:solidFill>
                <a:srgbClr val="404040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48D4974-DF8A-E5AA-9164-C1C35C78FEDA}"/>
              </a:ext>
            </a:extLst>
          </p:cNvPr>
          <p:cNvSpPr/>
          <p:nvPr/>
        </p:nvSpPr>
        <p:spPr>
          <a:xfrm>
            <a:off x="8885720" y="4700420"/>
            <a:ext cx="258156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BO" sz="1600" b="1" i="0" u="none" strike="noStrike" baseline="0" dirty="0">
                <a:ln/>
                <a:solidFill>
                  <a:srgbClr val="40404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CONCLUSIONES Y </a:t>
            </a:r>
          </a:p>
          <a:p>
            <a:r>
              <a:rPr lang="es-BO" sz="1600" b="1" i="0" u="none" strike="noStrike" baseline="0" dirty="0">
                <a:ln/>
                <a:solidFill>
                  <a:srgbClr val="40404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RECOMENDACIONES</a:t>
            </a:r>
            <a:endParaRPr lang="es-ES" sz="4800" b="1" dirty="0">
              <a:ln/>
              <a:solidFill>
                <a:srgbClr val="404040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grpSp>
        <p:nvGrpSpPr>
          <p:cNvPr id="21" name="Group 22">
            <a:extLst>
              <a:ext uri="{FF2B5EF4-FFF2-40B4-BE49-F238E27FC236}">
                <a16:creationId xmlns:a16="http://schemas.microsoft.com/office/drawing/2014/main" id="{89619AE0-129A-8976-DEDF-4BA74E0D1B82}"/>
              </a:ext>
            </a:extLst>
          </p:cNvPr>
          <p:cNvGrpSpPr/>
          <p:nvPr/>
        </p:nvGrpSpPr>
        <p:grpSpPr>
          <a:xfrm rot="3600000">
            <a:off x="4844976" y="3567767"/>
            <a:ext cx="1080000" cy="2216433"/>
            <a:chOff x="2323598" y="2425999"/>
            <a:chExt cx="1080000" cy="2216433"/>
          </a:xfrm>
        </p:grpSpPr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878B38EB-B960-5EEB-087B-EDE41291D569}"/>
                </a:ext>
              </a:extLst>
            </p:cNvPr>
            <p:cNvSpPr/>
            <p:nvPr/>
          </p:nvSpPr>
          <p:spPr>
            <a:xfrm>
              <a:off x="2323598" y="3562432"/>
              <a:ext cx="1080000" cy="1080000"/>
            </a:xfrm>
            <a:prstGeom prst="ellipse">
              <a:avLst/>
            </a:prstGeom>
            <a:solidFill>
              <a:sysClr val="window" lastClr="FFFFFF"/>
            </a:solidFill>
            <a:ln w="127000" cap="flat" cmpd="sng" algn="ctr">
              <a:solidFill>
                <a:srgbClr val="63A537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BEE84765-7183-E513-3C7B-4CE96D8320A4}"/>
                </a:ext>
              </a:extLst>
            </p:cNvPr>
            <p:cNvSpPr/>
            <p:nvPr/>
          </p:nvSpPr>
          <p:spPr>
            <a:xfrm>
              <a:off x="2503558" y="2425999"/>
              <a:ext cx="720080" cy="720080"/>
            </a:xfrm>
            <a:prstGeom prst="ellipse">
              <a:avLst/>
            </a:prstGeom>
            <a:solidFill>
              <a:srgbClr val="63A53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9F765BC4-1826-3DDC-68BE-E9700DFEC041}"/>
                </a:ext>
              </a:extLst>
            </p:cNvPr>
            <p:cNvSpPr/>
            <p:nvPr/>
          </p:nvSpPr>
          <p:spPr>
            <a:xfrm rot="16200000">
              <a:off x="2635765" y="3229740"/>
              <a:ext cx="455667" cy="168930"/>
            </a:xfrm>
            <a:prstGeom prst="rect">
              <a:avLst/>
            </a:prstGeom>
            <a:solidFill>
              <a:srgbClr val="63A53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</p:grpSp>
      <p:grpSp>
        <p:nvGrpSpPr>
          <p:cNvPr id="25" name="Group 26">
            <a:extLst>
              <a:ext uri="{FF2B5EF4-FFF2-40B4-BE49-F238E27FC236}">
                <a16:creationId xmlns:a16="http://schemas.microsoft.com/office/drawing/2014/main" id="{F35F5CAA-6626-20E3-8516-88EC307D0214}"/>
              </a:ext>
            </a:extLst>
          </p:cNvPr>
          <p:cNvGrpSpPr/>
          <p:nvPr/>
        </p:nvGrpSpPr>
        <p:grpSpPr>
          <a:xfrm rot="7200000">
            <a:off x="4844976" y="1879441"/>
            <a:ext cx="1080000" cy="2216433"/>
            <a:chOff x="2323597" y="2425999"/>
            <a:chExt cx="1080000" cy="2216433"/>
          </a:xfrm>
        </p:grpSpPr>
        <p:sp>
          <p:nvSpPr>
            <p:cNvPr id="26" name="Oval 27">
              <a:extLst>
                <a:ext uri="{FF2B5EF4-FFF2-40B4-BE49-F238E27FC236}">
                  <a16:creationId xmlns:a16="http://schemas.microsoft.com/office/drawing/2014/main" id="{FB3DF182-A890-DBDF-98D7-A3E24FBD474B}"/>
                </a:ext>
              </a:extLst>
            </p:cNvPr>
            <p:cNvSpPr/>
            <p:nvPr/>
          </p:nvSpPr>
          <p:spPr>
            <a:xfrm>
              <a:off x="2323597" y="3562432"/>
              <a:ext cx="1080000" cy="1080000"/>
            </a:xfrm>
            <a:prstGeom prst="ellipse">
              <a:avLst/>
            </a:prstGeom>
            <a:solidFill>
              <a:sysClr val="window" lastClr="FFFFFF"/>
            </a:solidFill>
            <a:ln w="127000" cap="flat" cmpd="sng" algn="ctr">
              <a:solidFill>
                <a:srgbClr val="99CB3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74821B63-1E89-9F90-9633-50A0600C6A6C}"/>
                </a:ext>
              </a:extLst>
            </p:cNvPr>
            <p:cNvSpPr/>
            <p:nvPr/>
          </p:nvSpPr>
          <p:spPr>
            <a:xfrm>
              <a:off x="2503558" y="2425999"/>
              <a:ext cx="720080" cy="720080"/>
            </a:xfrm>
            <a:prstGeom prst="ellipse">
              <a:avLst/>
            </a:prstGeom>
            <a:solidFill>
              <a:srgbClr val="99CB3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B9AE92C6-2A49-0E47-8A6A-015F5D6AA264}"/>
                </a:ext>
              </a:extLst>
            </p:cNvPr>
            <p:cNvSpPr/>
            <p:nvPr/>
          </p:nvSpPr>
          <p:spPr>
            <a:xfrm rot="16200000">
              <a:off x="2635765" y="3229740"/>
              <a:ext cx="455667" cy="168930"/>
            </a:xfrm>
            <a:prstGeom prst="rect">
              <a:avLst/>
            </a:prstGeom>
            <a:solidFill>
              <a:srgbClr val="99CB3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</p:grpSp>
      <p:grpSp>
        <p:nvGrpSpPr>
          <p:cNvPr id="29" name="Group 30">
            <a:extLst>
              <a:ext uri="{FF2B5EF4-FFF2-40B4-BE49-F238E27FC236}">
                <a16:creationId xmlns:a16="http://schemas.microsoft.com/office/drawing/2014/main" id="{6348C35E-0138-B28A-8FC2-7D78F9E5CCDF}"/>
              </a:ext>
            </a:extLst>
          </p:cNvPr>
          <p:cNvGrpSpPr/>
          <p:nvPr/>
        </p:nvGrpSpPr>
        <p:grpSpPr>
          <a:xfrm rot="14400000">
            <a:off x="7102169" y="1879441"/>
            <a:ext cx="1080000" cy="2216433"/>
            <a:chOff x="2323598" y="2425999"/>
            <a:chExt cx="1080000" cy="2216433"/>
          </a:xfrm>
        </p:grpSpPr>
        <p:sp>
          <p:nvSpPr>
            <p:cNvPr id="30" name="Oval 31">
              <a:extLst>
                <a:ext uri="{FF2B5EF4-FFF2-40B4-BE49-F238E27FC236}">
                  <a16:creationId xmlns:a16="http://schemas.microsoft.com/office/drawing/2014/main" id="{258C8209-B038-6790-74A1-90AB20966E76}"/>
                </a:ext>
              </a:extLst>
            </p:cNvPr>
            <p:cNvSpPr/>
            <p:nvPr/>
          </p:nvSpPr>
          <p:spPr>
            <a:xfrm>
              <a:off x="2323598" y="3562432"/>
              <a:ext cx="1080000" cy="1080000"/>
            </a:xfrm>
            <a:prstGeom prst="ellipse">
              <a:avLst/>
            </a:prstGeom>
            <a:solidFill>
              <a:sysClr val="window" lastClr="FFFFFF"/>
            </a:solidFill>
            <a:ln w="127000" cap="flat" cmpd="sng" algn="ctr">
              <a:solidFill>
                <a:srgbClr val="44C1A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31" name="Oval 32">
              <a:extLst>
                <a:ext uri="{FF2B5EF4-FFF2-40B4-BE49-F238E27FC236}">
                  <a16:creationId xmlns:a16="http://schemas.microsoft.com/office/drawing/2014/main" id="{61C7A7BD-1BE3-3B21-C59A-B52AE743C340}"/>
                </a:ext>
              </a:extLst>
            </p:cNvPr>
            <p:cNvSpPr/>
            <p:nvPr/>
          </p:nvSpPr>
          <p:spPr>
            <a:xfrm>
              <a:off x="2503558" y="2425999"/>
              <a:ext cx="720080" cy="720080"/>
            </a:xfrm>
            <a:prstGeom prst="ellipse">
              <a:avLst/>
            </a:prstGeom>
            <a:solidFill>
              <a:srgbClr val="44C1A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9D3968F2-3911-E734-D7B8-CEE1F32455B1}"/>
                </a:ext>
              </a:extLst>
            </p:cNvPr>
            <p:cNvSpPr/>
            <p:nvPr/>
          </p:nvSpPr>
          <p:spPr>
            <a:xfrm rot="16200000">
              <a:off x="2635765" y="3229740"/>
              <a:ext cx="455667" cy="168930"/>
            </a:xfrm>
            <a:prstGeom prst="rect">
              <a:avLst/>
            </a:prstGeom>
            <a:solidFill>
              <a:srgbClr val="44C1A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</p:grpSp>
      <p:grpSp>
        <p:nvGrpSpPr>
          <p:cNvPr id="33" name="Group 34">
            <a:extLst>
              <a:ext uri="{FF2B5EF4-FFF2-40B4-BE49-F238E27FC236}">
                <a16:creationId xmlns:a16="http://schemas.microsoft.com/office/drawing/2014/main" id="{6420157D-0F88-1C1B-89A6-7B93903D0244}"/>
              </a:ext>
            </a:extLst>
          </p:cNvPr>
          <p:cNvGrpSpPr/>
          <p:nvPr/>
        </p:nvGrpSpPr>
        <p:grpSpPr>
          <a:xfrm rot="18000000">
            <a:off x="7102169" y="3567767"/>
            <a:ext cx="1080000" cy="2216433"/>
            <a:chOff x="2323598" y="2425999"/>
            <a:chExt cx="1080000" cy="2216433"/>
          </a:xfrm>
        </p:grpSpPr>
        <p:sp>
          <p:nvSpPr>
            <p:cNvPr id="34" name="Oval 35">
              <a:extLst>
                <a:ext uri="{FF2B5EF4-FFF2-40B4-BE49-F238E27FC236}">
                  <a16:creationId xmlns:a16="http://schemas.microsoft.com/office/drawing/2014/main" id="{9097B8B5-C44E-AB61-3098-F09AA672EFA7}"/>
                </a:ext>
              </a:extLst>
            </p:cNvPr>
            <p:cNvSpPr/>
            <p:nvPr/>
          </p:nvSpPr>
          <p:spPr>
            <a:xfrm>
              <a:off x="2323598" y="3562432"/>
              <a:ext cx="1080000" cy="1080000"/>
            </a:xfrm>
            <a:prstGeom prst="ellipse">
              <a:avLst/>
            </a:prstGeom>
            <a:solidFill>
              <a:sysClr val="window" lastClr="FFFFFF"/>
            </a:solidFill>
            <a:ln w="127000" cap="flat" cmpd="sng" algn="ctr">
              <a:solidFill>
                <a:srgbClr val="37A76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35" name="Oval 36">
              <a:extLst>
                <a:ext uri="{FF2B5EF4-FFF2-40B4-BE49-F238E27FC236}">
                  <a16:creationId xmlns:a16="http://schemas.microsoft.com/office/drawing/2014/main" id="{9298E710-4632-E973-0CEC-28B7B234C608}"/>
                </a:ext>
              </a:extLst>
            </p:cNvPr>
            <p:cNvSpPr/>
            <p:nvPr/>
          </p:nvSpPr>
          <p:spPr>
            <a:xfrm>
              <a:off x="2503558" y="2425999"/>
              <a:ext cx="720080" cy="720080"/>
            </a:xfrm>
            <a:prstGeom prst="ellipse">
              <a:avLst/>
            </a:prstGeom>
            <a:solidFill>
              <a:srgbClr val="37A76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A560D7D3-E60A-37C1-66B7-FB167517D72A}"/>
                </a:ext>
              </a:extLst>
            </p:cNvPr>
            <p:cNvSpPr/>
            <p:nvPr/>
          </p:nvSpPr>
          <p:spPr>
            <a:xfrm rot="16200000">
              <a:off x="2635765" y="3229740"/>
              <a:ext cx="455667" cy="168930"/>
            </a:xfrm>
            <a:prstGeom prst="rect">
              <a:avLst/>
            </a:prstGeom>
            <a:solidFill>
              <a:srgbClr val="37A76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</p:grpSp>
      <p:grpSp>
        <p:nvGrpSpPr>
          <p:cNvPr id="37" name="Group 38">
            <a:extLst>
              <a:ext uri="{FF2B5EF4-FFF2-40B4-BE49-F238E27FC236}">
                <a16:creationId xmlns:a16="http://schemas.microsoft.com/office/drawing/2014/main" id="{C0268B51-8BD4-0CBB-BA93-AAFC3559F101}"/>
              </a:ext>
            </a:extLst>
          </p:cNvPr>
          <p:cNvGrpSpPr/>
          <p:nvPr/>
        </p:nvGrpSpPr>
        <p:grpSpPr>
          <a:xfrm>
            <a:off x="4411919" y="2437260"/>
            <a:ext cx="992401" cy="632717"/>
            <a:chOff x="4078424" y="1744812"/>
            <a:chExt cx="992401" cy="632717"/>
          </a:xfrm>
        </p:grpSpPr>
        <p:sp>
          <p:nvSpPr>
            <p:cNvPr id="38" name="TextBox 39">
              <a:extLst>
                <a:ext uri="{FF2B5EF4-FFF2-40B4-BE49-F238E27FC236}">
                  <a16:creationId xmlns:a16="http://schemas.microsoft.com/office/drawing/2014/main" id="{6DE72683-C0B2-6120-7463-E2F3538FBBF6}"/>
                </a:ext>
              </a:extLst>
            </p:cNvPr>
            <p:cNvSpPr txBox="1"/>
            <p:nvPr/>
          </p:nvSpPr>
          <p:spPr>
            <a:xfrm>
              <a:off x="4078424" y="1744812"/>
              <a:ext cx="992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Capitulo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39" name="Rectangle 40">
              <a:extLst>
                <a:ext uri="{FF2B5EF4-FFF2-40B4-BE49-F238E27FC236}">
                  <a16:creationId xmlns:a16="http://schemas.microsoft.com/office/drawing/2014/main" id="{61B46A8A-679A-4C44-622C-6C1E4B246DD0}"/>
                </a:ext>
              </a:extLst>
            </p:cNvPr>
            <p:cNvSpPr/>
            <p:nvPr/>
          </p:nvSpPr>
          <p:spPr>
            <a:xfrm>
              <a:off x="4232019" y="1977419"/>
              <a:ext cx="638175" cy="40011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01</a:t>
              </a:r>
              <a:endParaRPr lang="ko-KR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40" name="Group 41">
            <a:extLst>
              <a:ext uri="{FF2B5EF4-FFF2-40B4-BE49-F238E27FC236}">
                <a16:creationId xmlns:a16="http://schemas.microsoft.com/office/drawing/2014/main" id="{3B50FB7A-751A-3DDC-9922-03E3EBDB4543}"/>
              </a:ext>
            </a:extLst>
          </p:cNvPr>
          <p:cNvGrpSpPr/>
          <p:nvPr/>
        </p:nvGrpSpPr>
        <p:grpSpPr>
          <a:xfrm>
            <a:off x="7663308" y="2433083"/>
            <a:ext cx="992401" cy="632824"/>
            <a:chOff x="4088615" y="1740635"/>
            <a:chExt cx="992401" cy="632824"/>
          </a:xfrm>
        </p:grpSpPr>
        <p:sp>
          <p:nvSpPr>
            <p:cNvPr id="41" name="TextBox 42">
              <a:extLst>
                <a:ext uri="{FF2B5EF4-FFF2-40B4-BE49-F238E27FC236}">
                  <a16:creationId xmlns:a16="http://schemas.microsoft.com/office/drawing/2014/main" id="{C177F456-DF5B-16A0-552F-BBF8449F0CFB}"/>
                </a:ext>
              </a:extLst>
            </p:cNvPr>
            <p:cNvSpPr txBox="1"/>
            <p:nvPr/>
          </p:nvSpPr>
          <p:spPr>
            <a:xfrm>
              <a:off x="4088615" y="1740635"/>
              <a:ext cx="992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Capitulo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42" name="Rectangle 43">
              <a:extLst>
                <a:ext uri="{FF2B5EF4-FFF2-40B4-BE49-F238E27FC236}">
                  <a16:creationId xmlns:a16="http://schemas.microsoft.com/office/drawing/2014/main" id="{988E1E6B-43D1-68DF-6A79-41CAA355B1B2}"/>
                </a:ext>
              </a:extLst>
            </p:cNvPr>
            <p:cNvSpPr/>
            <p:nvPr/>
          </p:nvSpPr>
          <p:spPr>
            <a:xfrm>
              <a:off x="4240477" y="1973349"/>
              <a:ext cx="638175" cy="40011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02</a:t>
              </a:r>
              <a:endParaRPr lang="ko-KR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43" name="Group 44">
            <a:extLst>
              <a:ext uri="{FF2B5EF4-FFF2-40B4-BE49-F238E27FC236}">
                <a16:creationId xmlns:a16="http://schemas.microsoft.com/office/drawing/2014/main" id="{4725DE5C-A259-F2F6-DBD7-0BD70586D17E}"/>
              </a:ext>
            </a:extLst>
          </p:cNvPr>
          <p:cNvGrpSpPr/>
          <p:nvPr/>
        </p:nvGrpSpPr>
        <p:grpSpPr>
          <a:xfrm>
            <a:off x="7644600" y="4727739"/>
            <a:ext cx="992401" cy="635646"/>
            <a:chOff x="4069907" y="1763976"/>
            <a:chExt cx="992401" cy="635646"/>
          </a:xfrm>
        </p:grpSpPr>
        <p:sp>
          <p:nvSpPr>
            <p:cNvPr id="44" name="TextBox 45">
              <a:extLst>
                <a:ext uri="{FF2B5EF4-FFF2-40B4-BE49-F238E27FC236}">
                  <a16:creationId xmlns:a16="http://schemas.microsoft.com/office/drawing/2014/main" id="{2187CBF3-B06F-C720-152C-8BFCF6A4C780}"/>
                </a:ext>
              </a:extLst>
            </p:cNvPr>
            <p:cNvSpPr txBox="1"/>
            <p:nvPr/>
          </p:nvSpPr>
          <p:spPr>
            <a:xfrm>
              <a:off x="4069907" y="1763976"/>
              <a:ext cx="992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Capitulo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45" name="Rectangle 46">
              <a:extLst>
                <a:ext uri="{FF2B5EF4-FFF2-40B4-BE49-F238E27FC236}">
                  <a16:creationId xmlns:a16="http://schemas.microsoft.com/office/drawing/2014/main" id="{DF304A14-F3D0-E679-8550-F86548B6A3FC}"/>
                </a:ext>
              </a:extLst>
            </p:cNvPr>
            <p:cNvSpPr/>
            <p:nvPr/>
          </p:nvSpPr>
          <p:spPr>
            <a:xfrm>
              <a:off x="4262243" y="1999512"/>
              <a:ext cx="638175" cy="40011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04</a:t>
              </a:r>
              <a:endParaRPr lang="ko-KR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46" name="Group 47">
            <a:extLst>
              <a:ext uri="{FF2B5EF4-FFF2-40B4-BE49-F238E27FC236}">
                <a16:creationId xmlns:a16="http://schemas.microsoft.com/office/drawing/2014/main" id="{3EFBBBC5-EF3B-F079-8439-DD4E5FD7F7D4}"/>
              </a:ext>
            </a:extLst>
          </p:cNvPr>
          <p:cNvGrpSpPr/>
          <p:nvPr/>
        </p:nvGrpSpPr>
        <p:grpSpPr>
          <a:xfrm>
            <a:off x="4405935" y="4727739"/>
            <a:ext cx="992401" cy="632463"/>
            <a:chOff x="4072440" y="1763976"/>
            <a:chExt cx="992401" cy="632463"/>
          </a:xfrm>
        </p:grpSpPr>
        <p:sp>
          <p:nvSpPr>
            <p:cNvPr id="47" name="TextBox 48">
              <a:extLst>
                <a:ext uri="{FF2B5EF4-FFF2-40B4-BE49-F238E27FC236}">
                  <a16:creationId xmlns:a16="http://schemas.microsoft.com/office/drawing/2014/main" id="{729CDB9C-5103-0D88-7ADE-79B36E138AD5}"/>
                </a:ext>
              </a:extLst>
            </p:cNvPr>
            <p:cNvSpPr txBox="1"/>
            <p:nvPr/>
          </p:nvSpPr>
          <p:spPr>
            <a:xfrm>
              <a:off x="4072440" y="1763976"/>
              <a:ext cx="992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Capitulo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48" name="Rectangle 49">
              <a:extLst>
                <a:ext uri="{FF2B5EF4-FFF2-40B4-BE49-F238E27FC236}">
                  <a16:creationId xmlns:a16="http://schemas.microsoft.com/office/drawing/2014/main" id="{8F824BA1-3269-F7E2-A351-32979FC40585}"/>
                </a:ext>
              </a:extLst>
            </p:cNvPr>
            <p:cNvSpPr/>
            <p:nvPr/>
          </p:nvSpPr>
          <p:spPr>
            <a:xfrm>
              <a:off x="4249465" y="1996329"/>
              <a:ext cx="638175" cy="40011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03</a:t>
              </a:r>
              <a:endParaRPr lang="ko-KR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49" name="Group 50">
            <a:extLst>
              <a:ext uri="{FF2B5EF4-FFF2-40B4-BE49-F238E27FC236}">
                <a16:creationId xmlns:a16="http://schemas.microsoft.com/office/drawing/2014/main" id="{F7BC6C32-75ED-6F0C-A883-1B923FEADFE4}"/>
              </a:ext>
            </a:extLst>
          </p:cNvPr>
          <p:cNvGrpSpPr/>
          <p:nvPr/>
        </p:nvGrpSpPr>
        <p:grpSpPr>
          <a:xfrm>
            <a:off x="5155605" y="2446753"/>
            <a:ext cx="2736305" cy="2736305"/>
            <a:chOff x="3213372" y="2635804"/>
            <a:chExt cx="2736305" cy="2736305"/>
          </a:xfrm>
          <a:solidFill>
            <a:sysClr val="window" lastClr="FFFFFF">
              <a:lumMod val="75000"/>
            </a:sysClr>
          </a:solidFill>
        </p:grpSpPr>
        <p:sp>
          <p:nvSpPr>
            <p:cNvPr id="50" name="Block Arc 51">
              <a:extLst>
                <a:ext uri="{FF2B5EF4-FFF2-40B4-BE49-F238E27FC236}">
                  <a16:creationId xmlns:a16="http://schemas.microsoft.com/office/drawing/2014/main" id="{939C9ABC-C192-A96F-031A-4158CB09F5F1}"/>
                </a:ext>
              </a:extLst>
            </p:cNvPr>
            <p:cNvSpPr/>
            <p:nvPr/>
          </p:nvSpPr>
          <p:spPr>
            <a:xfrm rot="5400000">
              <a:off x="3213372" y="2635804"/>
              <a:ext cx="2736304" cy="2736304"/>
            </a:xfrm>
            <a:prstGeom prst="blockArc">
              <a:avLst>
                <a:gd name="adj1" fmla="val 14685282"/>
                <a:gd name="adj2" fmla="val 17849732"/>
                <a:gd name="adj3" fmla="val 873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51" name="Block Arc 52">
              <a:extLst>
                <a:ext uri="{FF2B5EF4-FFF2-40B4-BE49-F238E27FC236}">
                  <a16:creationId xmlns:a16="http://schemas.microsoft.com/office/drawing/2014/main" id="{F702783A-104E-5EC7-9411-45A34C196645}"/>
                </a:ext>
              </a:extLst>
            </p:cNvPr>
            <p:cNvSpPr/>
            <p:nvPr/>
          </p:nvSpPr>
          <p:spPr>
            <a:xfrm rot="16200000">
              <a:off x="3213372" y="2635805"/>
              <a:ext cx="2736304" cy="2736304"/>
            </a:xfrm>
            <a:prstGeom prst="blockArc">
              <a:avLst>
                <a:gd name="adj1" fmla="val 14543732"/>
                <a:gd name="adj2" fmla="val 17689195"/>
                <a:gd name="adj3" fmla="val 9238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grpSp>
          <p:nvGrpSpPr>
            <p:cNvPr id="52" name="Group 53">
              <a:extLst>
                <a:ext uri="{FF2B5EF4-FFF2-40B4-BE49-F238E27FC236}">
                  <a16:creationId xmlns:a16="http://schemas.microsoft.com/office/drawing/2014/main" id="{3A7E5B75-5E41-9CCF-A2C5-BD75D354DF3A}"/>
                </a:ext>
              </a:extLst>
            </p:cNvPr>
            <p:cNvGrpSpPr/>
            <p:nvPr/>
          </p:nvGrpSpPr>
          <p:grpSpPr>
            <a:xfrm>
              <a:off x="3213372" y="2635804"/>
              <a:ext cx="2736304" cy="2736304"/>
              <a:chOff x="3203847" y="2060848"/>
              <a:chExt cx="2736304" cy="2736304"/>
            </a:xfrm>
            <a:grpFill/>
          </p:grpSpPr>
          <p:sp>
            <p:nvSpPr>
              <p:cNvPr id="56" name="Block Arc 57">
                <a:extLst>
                  <a:ext uri="{FF2B5EF4-FFF2-40B4-BE49-F238E27FC236}">
                    <a16:creationId xmlns:a16="http://schemas.microsoft.com/office/drawing/2014/main" id="{153672D4-F174-A46F-A3BF-02E84D84E8AC}"/>
                  </a:ext>
                </a:extLst>
              </p:cNvPr>
              <p:cNvSpPr/>
              <p:nvPr/>
            </p:nvSpPr>
            <p:spPr>
              <a:xfrm>
                <a:off x="3203847" y="2060848"/>
                <a:ext cx="2736304" cy="2736304"/>
              </a:xfrm>
              <a:prstGeom prst="blockArc">
                <a:avLst>
                  <a:gd name="adj1" fmla="val 14111016"/>
                  <a:gd name="adj2" fmla="val 18363280"/>
                  <a:gd name="adj3" fmla="val 9044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 Unicode MS"/>
                </a:endParaRPr>
              </a:p>
            </p:txBody>
          </p:sp>
          <p:sp>
            <p:nvSpPr>
              <p:cNvPr id="57" name="Isosceles Triangle 58">
                <a:extLst>
                  <a:ext uri="{FF2B5EF4-FFF2-40B4-BE49-F238E27FC236}">
                    <a16:creationId xmlns:a16="http://schemas.microsoft.com/office/drawing/2014/main" id="{13A576D7-8014-7424-A481-A8E09A764499}"/>
                  </a:ext>
                </a:extLst>
              </p:cNvPr>
              <p:cNvSpPr/>
              <p:nvPr/>
            </p:nvSpPr>
            <p:spPr>
              <a:xfrm rot="8100000">
                <a:off x="5029785" y="2216409"/>
                <a:ext cx="530352" cy="457200"/>
              </a:xfrm>
              <a:prstGeom prst="triangl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53" name="Group 54">
              <a:extLst>
                <a:ext uri="{FF2B5EF4-FFF2-40B4-BE49-F238E27FC236}">
                  <a16:creationId xmlns:a16="http://schemas.microsoft.com/office/drawing/2014/main" id="{1B8B799D-597D-D682-75CA-C0047EE9AD96}"/>
                </a:ext>
              </a:extLst>
            </p:cNvPr>
            <p:cNvGrpSpPr/>
            <p:nvPr/>
          </p:nvGrpSpPr>
          <p:grpSpPr>
            <a:xfrm>
              <a:off x="3213373" y="2635804"/>
              <a:ext cx="2736304" cy="2736304"/>
              <a:chOff x="3203848" y="2060848"/>
              <a:chExt cx="2736304" cy="2736304"/>
            </a:xfrm>
            <a:grpFill/>
          </p:grpSpPr>
          <p:sp>
            <p:nvSpPr>
              <p:cNvPr id="54" name="Block Arc 55">
                <a:extLst>
                  <a:ext uri="{FF2B5EF4-FFF2-40B4-BE49-F238E27FC236}">
                    <a16:creationId xmlns:a16="http://schemas.microsoft.com/office/drawing/2014/main" id="{F9A57AB9-67C9-AE0E-EA20-B7D57515202A}"/>
                  </a:ext>
                </a:extLst>
              </p:cNvPr>
              <p:cNvSpPr/>
              <p:nvPr/>
            </p:nvSpPr>
            <p:spPr>
              <a:xfrm rot="10800000">
                <a:off x="3203848" y="2060848"/>
                <a:ext cx="2736304" cy="2736304"/>
              </a:xfrm>
              <a:prstGeom prst="blockArc">
                <a:avLst>
                  <a:gd name="adj1" fmla="val 14111016"/>
                  <a:gd name="adj2" fmla="val 18363280"/>
                  <a:gd name="adj3" fmla="val 9044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 Unicode MS"/>
                </a:endParaRPr>
              </a:p>
            </p:txBody>
          </p:sp>
          <p:sp>
            <p:nvSpPr>
              <p:cNvPr id="55" name="Isosceles Triangle 56">
                <a:extLst>
                  <a:ext uri="{FF2B5EF4-FFF2-40B4-BE49-F238E27FC236}">
                    <a16:creationId xmlns:a16="http://schemas.microsoft.com/office/drawing/2014/main" id="{00977628-9837-F59B-41DA-21CD569D3962}"/>
                  </a:ext>
                </a:extLst>
              </p:cNvPr>
              <p:cNvSpPr/>
              <p:nvPr/>
            </p:nvSpPr>
            <p:spPr>
              <a:xfrm rot="18000000">
                <a:off x="3577042" y="4220813"/>
                <a:ext cx="530352" cy="457200"/>
              </a:xfrm>
              <a:prstGeom prst="triangl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</a:endParaRPr>
              </a:p>
            </p:txBody>
          </p:sp>
        </p:grpSp>
      </p:grpSp>
      <p:sp>
        <p:nvSpPr>
          <p:cNvPr id="6" name="Rectángulo 5">
            <a:extLst>
              <a:ext uri="{FF2B5EF4-FFF2-40B4-BE49-F238E27FC236}">
                <a16:creationId xmlns:a16="http://schemas.microsoft.com/office/drawing/2014/main" id="{7C5504AD-D3A5-7531-40DC-6479E1246B46}"/>
              </a:ext>
            </a:extLst>
          </p:cNvPr>
          <p:cNvSpPr/>
          <p:nvPr/>
        </p:nvSpPr>
        <p:spPr>
          <a:xfrm>
            <a:off x="1914413" y="2429441"/>
            <a:ext cx="251878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BO" sz="1600" i="0" u="none" strike="noStrike" baseline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CONSIDERACIONES </a:t>
            </a:r>
          </a:p>
          <a:p>
            <a:r>
              <a:rPr lang="es-BO" sz="1600" i="0" u="none" strike="noStrike" baseline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GENERALES </a:t>
            </a:r>
            <a:endParaRPr lang="es-ES" sz="4800" dirty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FFE9A3FB-6F87-6180-E888-0A870F47B1FE}"/>
              </a:ext>
            </a:extLst>
          </p:cNvPr>
          <p:cNvGrpSpPr/>
          <p:nvPr/>
        </p:nvGrpSpPr>
        <p:grpSpPr>
          <a:xfrm>
            <a:off x="-10832074" y="-19050"/>
            <a:ext cx="13153313" cy="6858000"/>
            <a:chOff x="-10153650" y="-19050"/>
            <a:chExt cx="13153313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F326C84B-30F7-70CD-B98C-86BDAA814A47}"/>
                </a:ext>
              </a:extLst>
            </p:cNvPr>
            <p:cNvSpPr/>
            <p:nvPr/>
          </p:nvSpPr>
          <p:spPr>
            <a:xfrm>
              <a:off x="-10153650" y="-1905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78" name="Cuerda 77">
              <a:extLst>
                <a:ext uri="{FF2B5EF4-FFF2-40B4-BE49-F238E27FC236}">
                  <a16:creationId xmlns:a16="http://schemas.microsoft.com/office/drawing/2014/main" id="{9728B7A0-DD77-91E3-ED61-43F0A7F203FF}"/>
                </a:ext>
              </a:extLst>
            </p:cNvPr>
            <p:cNvSpPr/>
            <p:nvPr/>
          </p:nvSpPr>
          <p:spPr>
            <a:xfrm>
              <a:off x="1004275" y="2180863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99CB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2C7A251A-1A9A-8B04-D991-FE948E87D1E2}"/>
              </a:ext>
            </a:extLst>
          </p:cNvPr>
          <p:cNvGrpSpPr/>
          <p:nvPr/>
        </p:nvGrpSpPr>
        <p:grpSpPr>
          <a:xfrm>
            <a:off x="-11170570" y="0"/>
            <a:ext cx="13154681" cy="6858000"/>
            <a:chOff x="-10134600" y="0"/>
            <a:chExt cx="13154681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F3764517-CB70-53B5-6604-FCBA687B1722}"/>
                </a:ext>
              </a:extLst>
            </p:cNvPr>
            <p:cNvSpPr/>
            <p:nvPr/>
          </p:nvSpPr>
          <p:spPr>
            <a:xfrm>
              <a:off x="-1013460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2" name="Cuerda 81">
              <a:extLst>
                <a:ext uri="{FF2B5EF4-FFF2-40B4-BE49-F238E27FC236}">
                  <a16:creationId xmlns:a16="http://schemas.microsoft.com/office/drawing/2014/main" id="{31842661-CBC8-1C96-0289-030C891B295F}"/>
                </a:ext>
              </a:extLst>
            </p:cNvPr>
            <p:cNvSpPr/>
            <p:nvPr/>
          </p:nvSpPr>
          <p:spPr>
            <a:xfrm>
              <a:off x="1024693" y="226719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44C1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1B488A32-E751-7603-8FF8-7E0E8980800D}"/>
              </a:ext>
            </a:extLst>
          </p:cNvPr>
          <p:cNvGrpSpPr/>
          <p:nvPr/>
        </p:nvGrpSpPr>
        <p:grpSpPr>
          <a:xfrm>
            <a:off x="-11453097" y="0"/>
            <a:ext cx="13152160" cy="6858000"/>
            <a:chOff x="0" y="-247650"/>
            <a:chExt cx="13152160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151CA57B-DC47-335C-84B5-386D9F769DE7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6" name="Cuerda 85">
              <a:extLst>
                <a:ext uri="{FF2B5EF4-FFF2-40B4-BE49-F238E27FC236}">
                  <a16:creationId xmlns:a16="http://schemas.microsoft.com/office/drawing/2014/main" id="{CD469470-2FA4-821E-7436-FD90DA25C85B}"/>
                </a:ext>
              </a:extLst>
            </p:cNvPr>
            <p:cNvSpPr/>
            <p:nvPr/>
          </p:nvSpPr>
          <p:spPr>
            <a:xfrm>
              <a:off x="11156772" y="1985906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63A5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CFE16813-2335-85EE-F4AE-297042D271F9}"/>
              </a:ext>
            </a:extLst>
          </p:cNvPr>
          <p:cNvGrpSpPr/>
          <p:nvPr/>
        </p:nvGrpSpPr>
        <p:grpSpPr>
          <a:xfrm>
            <a:off x="-11830409" y="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74A46402-D8E6-5FC8-34A7-131472606DB1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90" name="Cuerda 89">
              <a:extLst>
                <a:ext uri="{FF2B5EF4-FFF2-40B4-BE49-F238E27FC236}">
                  <a16:creationId xmlns:a16="http://schemas.microsoft.com/office/drawing/2014/main" id="{4696E6AF-3261-07CE-8B83-0F816B0B0310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37A7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FF124386-DE12-9EB1-A45B-6184630414E8}"/>
              </a:ext>
            </a:extLst>
          </p:cNvPr>
          <p:cNvGrpSpPr/>
          <p:nvPr/>
        </p:nvGrpSpPr>
        <p:grpSpPr>
          <a:xfrm>
            <a:off x="-12172094" y="-1905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93" name="Rectángulo 92">
              <a:extLst>
                <a:ext uri="{FF2B5EF4-FFF2-40B4-BE49-F238E27FC236}">
                  <a16:creationId xmlns:a16="http://schemas.microsoft.com/office/drawing/2014/main" id="{A3C010E1-ACD9-1ECA-087F-243BD88FD47E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94" name="Cuerda 93">
              <a:extLst>
                <a:ext uri="{FF2B5EF4-FFF2-40B4-BE49-F238E27FC236}">
                  <a16:creationId xmlns:a16="http://schemas.microsoft.com/office/drawing/2014/main" id="{665CD364-8DC4-EB8F-84CF-7773CBF330D4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</p:spTree>
    <p:extLst>
      <p:ext uri="{BB962C8B-B14F-4D97-AF65-F5344CB8AC3E}">
        <p14:creationId xmlns:p14="http://schemas.microsoft.com/office/powerpoint/2010/main" val="32130687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10">
        <p15:prstTrans prst="peelOff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5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5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75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25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75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75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25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4" grpId="0" animBg="1"/>
      <p:bldP spid="62" grpId="0" animBg="1"/>
      <p:bldP spid="63" grpId="0" animBg="1"/>
      <p:bldP spid="5" grpId="0"/>
      <p:bldP spid="9" grpId="0"/>
      <p:bldP spid="10" grpId="0"/>
      <p:bldP spid="11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9C3E9-4696-99D5-AFBE-35DD3339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9B8BBC7E-FFDA-FAF8-FA67-1AA1A81771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6183DE7B-B00D-A33A-AD26-11200462AF1C}"/>
              </a:ext>
            </a:extLst>
          </p:cNvPr>
          <p:cNvGrpSpPr/>
          <p:nvPr/>
        </p:nvGrpSpPr>
        <p:grpSpPr>
          <a:xfrm>
            <a:off x="9216" y="-19050"/>
            <a:ext cx="13153313" cy="6858000"/>
            <a:chOff x="-10153650" y="-19050"/>
            <a:chExt cx="13153313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D54A1428-3D9E-850F-7F32-6B760EA1DC83}"/>
                </a:ext>
              </a:extLst>
            </p:cNvPr>
            <p:cNvSpPr/>
            <p:nvPr/>
          </p:nvSpPr>
          <p:spPr>
            <a:xfrm>
              <a:off x="-10153650" y="-1905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78" name="Cuerda 77">
              <a:extLst>
                <a:ext uri="{FF2B5EF4-FFF2-40B4-BE49-F238E27FC236}">
                  <a16:creationId xmlns:a16="http://schemas.microsoft.com/office/drawing/2014/main" id="{4764128F-13DE-ED2D-6148-43D4FE6B3841}"/>
                </a:ext>
              </a:extLst>
            </p:cNvPr>
            <p:cNvSpPr/>
            <p:nvPr/>
          </p:nvSpPr>
          <p:spPr>
            <a:xfrm>
              <a:off x="1004275" y="2180863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99CB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5D6C0CBD-DB1E-9B56-166D-F0BF876F8F08}"/>
              </a:ext>
            </a:extLst>
          </p:cNvPr>
          <p:cNvGrpSpPr/>
          <p:nvPr/>
        </p:nvGrpSpPr>
        <p:grpSpPr>
          <a:xfrm>
            <a:off x="-11265820" y="0"/>
            <a:ext cx="13173731" cy="6858000"/>
            <a:chOff x="-10134600" y="0"/>
            <a:chExt cx="13173731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9C811BCF-122C-BA05-EED8-B6EBD58BA44C}"/>
                </a:ext>
              </a:extLst>
            </p:cNvPr>
            <p:cNvSpPr/>
            <p:nvPr/>
          </p:nvSpPr>
          <p:spPr>
            <a:xfrm>
              <a:off x="-1013460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2" name="Cuerda 81">
              <a:extLst>
                <a:ext uri="{FF2B5EF4-FFF2-40B4-BE49-F238E27FC236}">
                  <a16:creationId xmlns:a16="http://schemas.microsoft.com/office/drawing/2014/main" id="{A4ED8C84-9DF1-6D9C-11CB-03D4C556ED98}"/>
                </a:ext>
              </a:extLst>
            </p:cNvPr>
            <p:cNvSpPr/>
            <p:nvPr/>
          </p:nvSpPr>
          <p:spPr>
            <a:xfrm>
              <a:off x="1043743" y="226719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ABAB56A3-AB03-4216-D5D3-BA863E71EE12}"/>
              </a:ext>
            </a:extLst>
          </p:cNvPr>
          <p:cNvGrpSpPr/>
          <p:nvPr/>
        </p:nvGrpSpPr>
        <p:grpSpPr>
          <a:xfrm>
            <a:off x="-11453097" y="0"/>
            <a:ext cx="13152160" cy="6858000"/>
            <a:chOff x="0" y="-247650"/>
            <a:chExt cx="13152160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462CE815-1B28-FFAD-D6B0-A9F62B908CD8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6" name="Cuerda 85">
              <a:extLst>
                <a:ext uri="{FF2B5EF4-FFF2-40B4-BE49-F238E27FC236}">
                  <a16:creationId xmlns:a16="http://schemas.microsoft.com/office/drawing/2014/main" id="{6EF2809F-DF3E-B245-2CC9-860B7EF3E19B}"/>
                </a:ext>
              </a:extLst>
            </p:cNvPr>
            <p:cNvSpPr/>
            <p:nvPr/>
          </p:nvSpPr>
          <p:spPr>
            <a:xfrm>
              <a:off x="11156772" y="2024006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403AC8C3-4B15-9AF6-A4DB-9ACE0D50361B}"/>
              </a:ext>
            </a:extLst>
          </p:cNvPr>
          <p:cNvGrpSpPr/>
          <p:nvPr/>
        </p:nvGrpSpPr>
        <p:grpSpPr>
          <a:xfrm>
            <a:off x="-11658959" y="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A1962D00-E5B0-AD50-6AAD-C74A8DEE6EBF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90" name="Cuerda 89">
              <a:extLst>
                <a:ext uri="{FF2B5EF4-FFF2-40B4-BE49-F238E27FC236}">
                  <a16:creationId xmlns:a16="http://schemas.microsoft.com/office/drawing/2014/main" id="{7ED7D351-35F4-8B4E-98E5-538F3F5CD797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37A7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608F3884-9EF6-3F5E-160D-661D4A217088}"/>
              </a:ext>
            </a:extLst>
          </p:cNvPr>
          <p:cNvSpPr/>
          <p:nvPr/>
        </p:nvSpPr>
        <p:spPr>
          <a:xfrm>
            <a:off x="1314082" y="165944"/>
            <a:ext cx="4345357" cy="769441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ANTECEDENTES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36A80D0-1B67-7FC4-C89A-D3E207033E9B}"/>
              </a:ext>
            </a:extLst>
          </p:cNvPr>
          <p:cNvGrpSpPr/>
          <p:nvPr/>
        </p:nvGrpSpPr>
        <p:grpSpPr>
          <a:xfrm>
            <a:off x="-11859537" y="1905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90442B86-E05F-C06C-EAA2-D6BBEF85FF09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17" name="Cuerda 16">
              <a:extLst>
                <a:ext uri="{FF2B5EF4-FFF2-40B4-BE49-F238E27FC236}">
                  <a16:creationId xmlns:a16="http://schemas.microsoft.com/office/drawing/2014/main" id="{B70370AE-9BDB-C5E8-C15B-6FBD55EC460A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pic>
        <p:nvPicPr>
          <p:cNvPr id="18" name="Picture 2" descr="Razones para estudiar en UDABOL">
            <a:extLst>
              <a:ext uri="{FF2B5EF4-FFF2-40B4-BE49-F238E27FC236}">
                <a16:creationId xmlns:a16="http://schemas.microsoft.com/office/drawing/2014/main" id="{846C07A4-2447-CBF5-F83D-3BE702CE7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12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A924C-E266-A5C7-4FA2-BC4FD6EE2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D2D15F20-69B8-AF88-4FC1-C5845CB3A7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E7D70BE4-D1FB-6389-61A8-751C23D88064}"/>
              </a:ext>
            </a:extLst>
          </p:cNvPr>
          <p:cNvGrpSpPr/>
          <p:nvPr/>
        </p:nvGrpSpPr>
        <p:grpSpPr>
          <a:xfrm>
            <a:off x="9216" y="-19050"/>
            <a:ext cx="13153313" cy="6858000"/>
            <a:chOff x="-10153650" y="-19050"/>
            <a:chExt cx="13153313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7E5D1BDC-DEFF-3FB5-4650-57FDDEA606F1}"/>
                </a:ext>
              </a:extLst>
            </p:cNvPr>
            <p:cNvSpPr/>
            <p:nvPr/>
          </p:nvSpPr>
          <p:spPr>
            <a:xfrm>
              <a:off x="-10153650" y="-1905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78" name="Cuerda 77">
              <a:extLst>
                <a:ext uri="{FF2B5EF4-FFF2-40B4-BE49-F238E27FC236}">
                  <a16:creationId xmlns:a16="http://schemas.microsoft.com/office/drawing/2014/main" id="{28C801A1-E00E-C4E1-CC48-EB4435BAADCF}"/>
                </a:ext>
              </a:extLst>
            </p:cNvPr>
            <p:cNvSpPr/>
            <p:nvPr/>
          </p:nvSpPr>
          <p:spPr>
            <a:xfrm>
              <a:off x="1004275" y="2282461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99CB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7046DADB-BA38-4E1B-C8F2-8F57A75BE20C}"/>
              </a:ext>
            </a:extLst>
          </p:cNvPr>
          <p:cNvGrpSpPr/>
          <p:nvPr/>
        </p:nvGrpSpPr>
        <p:grpSpPr>
          <a:xfrm>
            <a:off x="-184157" y="19050"/>
            <a:ext cx="13173731" cy="6858000"/>
            <a:chOff x="-10134600" y="0"/>
            <a:chExt cx="13173731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6E5EAE7-5875-8F46-2D7E-0DD19F66D995}"/>
                </a:ext>
              </a:extLst>
            </p:cNvPr>
            <p:cNvSpPr/>
            <p:nvPr/>
          </p:nvSpPr>
          <p:spPr>
            <a:xfrm>
              <a:off x="-1013460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7" name="Cuerda 6">
              <a:extLst>
                <a:ext uri="{FF2B5EF4-FFF2-40B4-BE49-F238E27FC236}">
                  <a16:creationId xmlns:a16="http://schemas.microsoft.com/office/drawing/2014/main" id="{93619501-F5BB-8FEF-A23C-2BB989F81806}"/>
                </a:ext>
              </a:extLst>
            </p:cNvPr>
            <p:cNvSpPr/>
            <p:nvPr/>
          </p:nvSpPr>
          <p:spPr>
            <a:xfrm>
              <a:off x="1043743" y="226719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E824E81F-1BFF-DE6A-EA45-1D7E10EB8ADB}"/>
              </a:ext>
            </a:extLst>
          </p:cNvPr>
          <p:cNvGrpSpPr/>
          <p:nvPr/>
        </p:nvGrpSpPr>
        <p:grpSpPr>
          <a:xfrm>
            <a:off x="-342402" y="19050"/>
            <a:ext cx="13152160" cy="6858000"/>
            <a:chOff x="0" y="-247650"/>
            <a:chExt cx="13152160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B024AA58-3FF0-8227-1946-8F5BEB181828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10" name="Cuerda 9">
              <a:extLst>
                <a:ext uri="{FF2B5EF4-FFF2-40B4-BE49-F238E27FC236}">
                  <a16:creationId xmlns:a16="http://schemas.microsoft.com/office/drawing/2014/main" id="{C404568B-BB4A-8DCB-DE59-200EA2F1BD56}"/>
                </a:ext>
              </a:extLst>
            </p:cNvPr>
            <p:cNvSpPr/>
            <p:nvPr/>
          </p:nvSpPr>
          <p:spPr>
            <a:xfrm>
              <a:off x="11156772" y="2024006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9D26874-E9FB-23F2-29E9-0327B0E2679A}"/>
              </a:ext>
            </a:extLst>
          </p:cNvPr>
          <p:cNvGrpSpPr/>
          <p:nvPr/>
        </p:nvGrpSpPr>
        <p:grpSpPr>
          <a:xfrm>
            <a:off x="-11811359" y="1905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671F0CEC-1B52-2163-850D-774F9D853F23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13" name="Cuerda 12">
              <a:extLst>
                <a:ext uri="{FF2B5EF4-FFF2-40B4-BE49-F238E27FC236}">
                  <a16:creationId xmlns:a16="http://schemas.microsoft.com/office/drawing/2014/main" id="{AE9325A1-59A1-9B02-6BAB-02F685E1F2E7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37A7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E63A54-6991-687D-1D89-936B71979185}"/>
              </a:ext>
            </a:extLst>
          </p:cNvPr>
          <p:cNvGrpSpPr/>
          <p:nvPr/>
        </p:nvGrpSpPr>
        <p:grpSpPr>
          <a:xfrm>
            <a:off x="-12011937" y="3810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79CCE97-C101-4FF0-3343-37DEB26A2DEA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16" name="Cuerda 15">
              <a:extLst>
                <a:ext uri="{FF2B5EF4-FFF2-40B4-BE49-F238E27FC236}">
                  <a16:creationId xmlns:a16="http://schemas.microsoft.com/office/drawing/2014/main" id="{06CDA21F-5BB1-2315-71F3-0DD1B0280198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pic>
        <p:nvPicPr>
          <p:cNvPr id="21" name="Picture 2" descr="Razones para estudiar en UDABOL">
            <a:extLst>
              <a:ext uri="{FF2B5EF4-FFF2-40B4-BE49-F238E27FC236}">
                <a16:creationId xmlns:a16="http://schemas.microsoft.com/office/drawing/2014/main" id="{43D3BB6C-4252-F69E-3B4D-57A23CE90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25B31BEC-76E7-3FC9-879C-A9BD4EE07D8D}"/>
              </a:ext>
            </a:extLst>
          </p:cNvPr>
          <p:cNvSpPr/>
          <p:nvPr/>
        </p:nvSpPr>
        <p:spPr>
          <a:xfrm>
            <a:off x="411317" y="156987"/>
            <a:ext cx="3633283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ALCANCE</a:t>
            </a:r>
          </a:p>
        </p:txBody>
      </p:sp>
    </p:spTree>
    <p:extLst>
      <p:ext uri="{BB962C8B-B14F-4D97-AF65-F5344CB8AC3E}">
        <p14:creationId xmlns:p14="http://schemas.microsoft.com/office/powerpoint/2010/main" val="3451123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DC7F-B041-F19C-CBC8-1821F901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996F2A0C-B6CE-1540-BE91-4ED5D3A8D5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F75846D1-7A2A-E333-345F-97F4738AF756}"/>
              </a:ext>
            </a:extLst>
          </p:cNvPr>
          <p:cNvGrpSpPr/>
          <p:nvPr/>
        </p:nvGrpSpPr>
        <p:grpSpPr>
          <a:xfrm>
            <a:off x="9216" y="9978"/>
            <a:ext cx="13153313" cy="6858000"/>
            <a:chOff x="-10153650" y="-19050"/>
            <a:chExt cx="13153313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074CB074-BB93-5A75-6215-DF9F8B35E364}"/>
                </a:ext>
              </a:extLst>
            </p:cNvPr>
            <p:cNvSpPr/>
            <p:nvPr/>
          </p:nvSpPr>
          <p:spPr>
            <a:xfrm>
              <a:off x="-10153650" y="-1905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78" name="Cuerda 77">
              <a:extLst>
                <a:ext uri="{FF2B5EF4-FFF2-40B4-BE49-F238E27FC236}">
                  <a16:creationId xmlns:a16="http://schemas.microsoft.com/office/drawing/2014/main" id="{285795F6-4E60-7A16-7A06-43FD607F4438}"/>
                </a:ext>
              </a:extLst>
            </p:cNvPr>
            <p:cNvSpPr/>
            <p:nvPr/>
          </p:nvSpPr>
          <p:spPr>
            <a:xfrm>
              <a:off x="1004275" y="223891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99CB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2F9D85B5-6139-FA84-6A82-D2CAB8202541}"/>
              </a:ext>
            </a:extLst>
          </p:cNvPr>
          <p:cNvGrpSpPr/>
          <p:nvPr/>
        </p:nvGrpSpPr>
        <p:grpSpPr>
          <a:xfrm>
            <a:off x="-162384" y="0"/>
            <a:ext cx="13173731" cy="6858000"/>
            <a:chOff x="-10134600" y="0"/>
            <a:chExt cx="13173731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28001843-3BF4-2172-AAFD-10DD441BED2F}"/>
                </a:ext>
              </a:extLst>
            </p:cNvPr>
            <p:cNvSpPr/>
            <p:nvPr/>
          </p:nvSpPr>
          <p:spPr>
            <a:xfrm>
              <a:off x="-1013460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2" name="Cuerda 81">
              <a:extLst>
                <a:ext uri="{FF2B5EF4-FFF2-40B4-BE49-F238E27FC236}">
                  <a16:creationId xmlns:a16="http://schemas.microsoft.com/office/drawing/2014/main" id="{7FE75265-F72A-AD6E-EA82-C9D41F100C38}"/>
                </a:ext>
              </a:extLst>
            </p:cNvPr>
            <p:cNvSpPr/>
            <p:nvPr/>
          </p:nvSpPr>
          <p:spPr>
            <a:xfrm>
              <a:off x="1043743" y="226719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D6ABCAAB-545C-C4E2-4B02-9FB20B07DE23}"/>
              </a:ext>
            </a:extLst>
          </p:cNvPr>
          <p:cNvGrpSpPr/>
          <p:nvPr/>
        </p:nvGrpSpPr>
        <p:grpSpPr>
          <a:xfrm>
            <a:off x="-349661" y="0"/>
            <a:ext cx="13152160" cy="6858000"/>
            <a:chOff x="0" y="-247650"/>
            <a:chExt cx="13152160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98FA8EC1-DDD6-627F-F63F-011D259D2044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6" name="Cuerda 85">
              <a:extLst>
                <a:ext uri="{FF2B5EF4-FFF2-40B4-BE49-F238E27FC236}">
                  <a16:creationId xmlns:a16="http://schemas.microsoft.com/office/drawing/2014/main" id="{A48E5EAB-4940-5175-3CAF-D2F9E2BD2044}"/>
                </a:ext>
              </a:extLst>
            </p:cNvPr>
            <p:cNvSpPr/>
            <p:nvPr/>
          </p:nvSpPr>
          <p:spPr>
            <a:xfrm>
              <a:off x="11156772" y="2024006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234BB3E2-08DE-E834-9CD9-1166C9625AA4}"/>
              </a:ext>
            </a:extLst>
          </p:cNvPr>
          <p:cNvGrpSpPr/>
          <p:nvPr/>
        </p:nvGrpSpPr>
        <p:grpSpPr>
          <a:xfrm>
            <a:off x="-555523" y="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558AB98E-8884-56A5-607D-66598F81EF5E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90" name="Cuerda 89">
              <a:extLst>
                <a:ext uri="{FF2B5EF4-FFF2-40B4-BE49-F238E27FC236}">
                  <a16:creationId xmlns:a16="http://schemas.microsoft.com/office/drawing/2014/main" id="{2E880126-3045-7A0E-CD0E-BB09A03C8DD0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37A7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4D75AA2-266B-771C-CFF1-58E52550A3E1}"/>
              </a:ext>
            </a:extLst>
          </p:cNvPr>
          <p:cNvGrpSpPr/>
          <p:nvPr/>
        </p:nvGrpSpPr>
        <p:grpSpPr>
          <a:xfrm>
            <a:off x="-11859537" y="1905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6CDD976F-D169-552B-B791-164090E1485F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17" name="Cuerda 16">
              <a:extLst>
                <a:ext uri="{FF2B5EF4-FFF2-40B4-BE49-F238E27FC236}">
                  <a16:creationId xmlns:a16="http://schemas.microsoft.com/office/drawing/2014/main" id="{BD3AB122-D2F8-70A6-B905-0472D3544CB6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5CF02BC1-E1C7-F7C4-5BB9-CA85E065A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15FA14B1-CD64-E7E8-2B44-66088659A38B}"/>
              </a:ext>
            </a:extLst>
          </p:cNvPr>
          <p:cNvSpPr/>
          <p:nvPr/>
        </p:nvSpPr>
        <p:spPr>
          <a:xfrm>
            <a:off x="348345" y="156987"/>
            <a:ext cx="9856790" cy="830997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PLANTEAMIENTO DEL PROBLEMA</a:t>
            </a:r>
          </a:p>
        </p:txBody>
      </p:sp>
    </p:spTree>
    <p:extLst>
      <p:ext uri="{BB962C8B-B14F-4D97-AF65-F5344CB8AC3E}">
        <p14:creationId xmlns:p14="http://schemas.microsoft.com/office/powerpoint/2010/main" val="3191266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5FD1C-F56E-7E08-AE56-93D5C3F5D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2DD0782F-BBCA-D38C-7A33-D2E40BCF08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D6DB3420-9B17-C730-69F9-0C6E7796588A}"/>
              </a:ext>
            </a:extLst>
          </p:cNvPr>
          <p:cNvGrpSpPr/>
          <p:nvPr/>
        </p:nvGrpSpPr>
        <p:grpSpPr>
          <a:xfrm>
            <a:off x="9216" y="9978"/>
            <a:ext cx="13153313" cy="6858000"/>
            <a:chOff x="-10153650" y="-19050"/>
            <a:chExt cx="13153313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36DF5B2E-BF74-B417-BAD5-0FC70E45DED4}"/>
                </a:ext>
              </a:extLst>
            </p:cNvPr>
            <p:cNvSpPr/>
            <p:nvPr/>
          </p:nvSpPr>
          <p:spPr>
            <a:xfrm>
              <a:off x="-10153650" y="-1905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78" name="Cuerda 77">
              <a:extLst>
                <a:ext uri="{FF2B5EF4-FFF2-40B4-BE49-F238E27FC236}">
                  <a16:creationId xmlns:a16="http://schemas.microsoft.com/office/drawing/2014/main" id="{2B619664-1A6E-D054-EC6E-9635E585D130}"/>
                </a:ext>
              </a:extLst>
            </p:cNvPr>
            <p:cNvSpPr/>
            <p:nvPr/>
          </p:nvSpPr>
          <p:spPr>
            <a:xfrm>
              <a:off x="1004275" y="223891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99CB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FCFF3726-B7AD-54E3-98B3-068B6220B44C}"/>
              </a:ext>
            </a:extLst>
          </p:cNvPr>
          <p:cNvGrpSpPr/>
          <p:nvPr/>
        </p:nvGrpSpPr>
        <p:grpSpPr>
          <a:xfrm>
            <a:off x="-176897" y="0"/>
            <a:ext cx="13173731" cy="6858000"/>
            <a:chOff x="-10134600" y="0"/>
            <a:chExt cx="13173731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904BE1B3-DAA2-25B4-4908-11D1ED8907A5}"/>
                </a:ext>
              </a:extLst>
            </p:cNvPr>
            <p:cNvSpPr/>
            <p:nvPr/>
          </p:nvSpPr>
          <p:spPr>
            <a:xfrm>
              <a:off x="-1013460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2" name="Cuerda 81">
              <a:extLst>
                <a:ext uri="{FF2B5EF4-FFF2-40B4-BE49-F238E27FC236}">
                  <a16:creationId xmlns:a16="http://schemas.microsoft.com/office/drawing/2014/main" id="{8BEF98EC-5D13-8AFE-6A5A-23F77D7F0B6B}"/>
                </a:ext>
              </a:extLst>
            </p:cNvPr>
            <p:cNvSpPr/>
            <p:nvPr/>
          </p:nvSpPr>
          <p:spPr>
            <a:xfrm>
              <a:off x="1043743" y="226719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EF7EE687-D383-7356-3D6E-38B0B38803E9}"/>
              </a:ext>
            </a:extLst>
          </p:cNvPr>
          <p:cNvGrpSpPr/>
          <p:nvPr/>
        </p:nvGrpSpPr>
        <p:grpSpPr>
          <a:xfrm>
            <a:off x="-364174" y="0"/>
            <a:ext cx="13152160" cy="6858000"/>
            <a:chOff x="0" y="-247650"/>
            <a:chExt cx="13152160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9DC5738B-C8DF-1056-6993-DD9A27273C02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6" name="Cuerda 85">
              <a:extLst>
                <a:ext uri="{FF2B5EF4-FFF2-40B4-BE49-F238E27FC236}">
                  <a16:creationId xmlns:a16="http://schemas.microsoft.com/office/drawing/2014/main" id="{F735D21F-B00D-908D-F705-1FCC970BBF06}"/>
                </a:ext>
              </a:extLst>
            </p:cNvPr>
            <p:cNvSpPr/>
            <p:nvPr/>
          </p:nvSpPr>
          <p:spPr>
            <a:xfrm>
              <a:off x="11156772" y="2024006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3205CAF9-0ADC-BB01-5983-80846AFAE9E4}"/>
              </a:ext>
            </a:extLst>
          </p:cNvPr>
          <p:cNvGrpSpPr/>
          <p:nvPr/>
        </p:nvGrpSpPr>
        <p:grpSpPr>
          <a:xfrm>
            <a:off x="-11658959" y="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E104D0F1-101A-C125-E8A7-0BEFC0110BB4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90" name="Cuerda 89">
              <a:extLst>
                <a:ext uri="{FF2B5EF4-FFF2-40B4-BE49-F238E27FC236}">
                  <a16:creationId xmlns:a16="http://schemas.microsoft.com/office/drawing/2014/main" id="{95D331EC-4DE5-CB4B-7B93-5E14E05CE9E0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37A7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F461B02-1A96-D186-2B3C-C3C007F8946B}"/>
              </a:ext>
            </a:extLst>
          </p:cNvPr>
          <p:cNvGrpSpPr/>
          <p:nvPr/>
        </p:nvGrpSpPr>
        <p:grpSpPr>
          <a:xfrm>
            <a:off x="-11859537" y="1905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17D03E63-70D7-A592-A5D0-296BBC3FA8D2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17" name="Cuerda 16">
              <a:extLst>
                <a:ext uri="{FF2B5EF4-FFF2-40B4-BE49-F238E27FC236}">
                  <a16:creationId xmlns:a16="http://schemas.microsoft.com/office/drawing/2014/main" id="{E6DCC511-1186-2B6F-41AE-39A1960E0EB7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9BF16CBC-023C-958A-6DEE-823D8CBB8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D53A3B03-4692-05DB-7F58-F41A0B6C338A}"/>
              </a:ext>
            </a:extLst>
          </p:cNvPr>
          <p:cNvSpPr/>
          <p:nvPr/>
        </p:nvSpPr>
        <p:spPr>
          <a:xfrm>
            <a:off x="3779661" y="971752"/>
            <a:ext cx="463267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Objetivo General</a:t>
            </a:r>
            <a:endParaRPr lang="es-ES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B8BEF1B-4884-C6FD-AD44-51BE7599C94C}"/>
              </a:ext>
            </a:extLst>
          </p:cNvPr>
          <p:cNvSpPr/>
          <p:nvPr/>
        </p:nvSpPr>
        <p:spPr>
          <a:xfrm>
            <a:off x="411317" y="156987"/>
            <a:ext cx="3633283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3207903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8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931E-3CFD-E04F-37C6-6B6072F8C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6E0AEF71-1B1C-EE1F-8883-EB835867B1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B9AFF268-491D-72B3-A71C-99E693C6A569}"/>
              </a:ext>
            </a:extLst>
          </p:cNvPr>
          <p:cNvGrpSpPr/>
          <p:nvPr/>
        </p:nvGrpSpPr>
        <p:grpSpPr>
          <a:xfrm>
            <a:off x="9216" y="9978"/>
            <a:ext cx="13153313" cy="6858000"/>
            <a:chOff x="-10153650" y="-19050"/>
            <a:chExt cx="13153313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1BC0806A-DCC0-1BBC-9CD9-60C12C6EC0EA}"/>
                </a:ext>
              </a:extLst>
            </p:cNvPr>
            <p:cNvSpPr/>
            <p:nvPr/>
          </p:nvSpPr>
          <p:spPr>
            <a:xfrm>
              <a:off x="-10153650" y="-1905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78" name="Cuerda 77">
              <a:extLst>
                <a:ext uri="{FF2B5EF4-FFF2-40B4-BE49-F238E27FC236}">
                  <a16:creationId xmlns:a16="http://schemas.microsoft.com/office/drawing/2014/main" id="{239F8ABB-0AA3-9F55-272A-AC50EFEAC31F}"/>
                </a:ext>
              </a:extLst>
            </p:cNvPr>
            <p:cNvSpPr/>
            <p:nvPr/>
          </p:nvSpPr>
          <p:spPr>
            <a:xfrm>
              <a:off x="1004275" y="223891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99CB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B10E45D9-CAD9-C796-00DC-A72AD9F7309E}"/>
              </a:ext>
            </a:extLst>
          </p:cNvPr>
          <p:cNvGrpSpPr/>
          <p:nvPr/>
        </p:nvGrpSpPr>
        <p:grpSpPr>
          <a:xfrm>
            <a:off x="-176897" y="0"/>
            <a:ext cx="13173731" cy="6858000"/>
            <a:chOff x="-10134600" y="0"/>
            <a:chExt cx="13173731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36C99489-A18F-BEE7-7A26-320C2615286F}"/>
                </a:ext>
              </a:extLst>
            </p:cNvPr>
            <p:cNvSpPr/>
            <p:nvPr/>
          </p:nvSpPr>
          <p:spPr>
            <a:xfrm>
              <a:off x="-1013460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2" name="Cuerda 81">
              <a:extLst>
                <a:ext uri="{FF2B5EF4-FFF2-40B4-BE49-F238E27FC236}">
                  <a16:creationId xmlns:a16="http://schemas.microsoft.com/office/drawing/2014/main" id="{EECB3902-8762-D7F8-95DF-9475108CA6AA}"/>
                </a:ext>
              </a:extLst>
            </p:cNvPr>
            <p:cNvSpPr/>
            <p:nvPr/>
          </p:nvSpPr>
          <p:spPr>
            <a:xfrm>
              <a:off x="1043743" y="226719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3955814C-C21D-3E79-6D5E-F869FE75488E}"/>
              </a:ext>
            </a:extLst>
          </p:cNvPr>
          <p:cNvGrpSpPr/>
          <p:nvPr/>
        </p:nvGrpSpPr>
        <p:grpSpPr>
          <a:xfrm>
            <a:off x="-11482125" y="0"/>
            <a:ext cx="13152160" cy="6858000"/>
            <a:chOff x="0" y="-247650"/>
            <a:chExt cx="13152160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0B80B19E-6808-3B0A-B47C-BFD8E9391184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6" name="Cuerda 85">
              <a:extLst>
                <a:ext uri="{FF2B5EF4-FFF2-40B4-BE49-F238E27FC236}">
                  <a16:creationId xmlns:a16="http://schemas.microsoft.com/office/drawing/2014/main" id="{35F7B915-0FD1-F56C-209A-F2877884481B}"/>
                </a:ext>
              </a:extLst>
            </p:cNvPr>
            <p:cNvSpPr/>
            <p:nvPr/>
          </p:nvSpPr>
          <p:spPr>
            <a:xfrm>
              <a:off x="11156772" y="2024006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EAFFFC9A-F689-95D5-D7F5-8228165354E0}"/>
              </a:ext>
            </a:extLst>
          </p:cNvPr>
          <p:cNvGrpSpPr/>
          <p:nvPr/>
        </p:nvGrpSpPr>
        <p:grpSpPr>
          <a:xfrm>
            <a:off x="-11658959" y="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1E8A36A6-85EA-312B-2138-73349F0F5831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90" name="Cuerda 89">
              <a:extLst>
                <a:ext uri="{FF2B5EF4-FFF2-40B4-BE49-F238E27FC236}">
                  <a16:creationId xmlns:a16="http://schemas.microsoft.com/office/drawing/2014/main" id="{74122B6E-2C01-9186-5BE6-64BA82F40AED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37A7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BAB2B78-7C30-C486-4FB5-5C6A16EB9ECF}"/>
              </a:ext>
            </a:extLst>
          </p:cNvPr>
          <p:cNvGrpSpPr/>
          <p:nvPr/>
        </p:nvGrpSpPr>
        <p:grpSpPr>
          <a:xfrm>
            <a:off x="-11859537" y="4536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1E228215-FAC3-4D37-D269-778426C5D895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17" name="Cuerda 16">
              <a:extLst>
                <a:ext uri="{FF2B5EF4-FFF2-40B4-BE49-F238E27FC236}">
                  <a16:creationId xmlns:a16="http://schemas.microsoft.com/office/drawing/2014/main" id="{7981F8C3-546E-1124-4623-7B783E984A17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D3DFE0C6-4274-2078-214D-1B0DC312D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5133C0C-040A-CF69-8C33-0B6397B5F370}"/>
              </a:ext>
            </a:extLst>
          </p:cNvPr>
          <p:cNvSpPr/>
          <p:nvPr/>
        </p:nvSpPr>
        <p:spPr>
          <a:xfrm>
            <a:off x="3288789" y="1130763"/>
            <a:ext cx="561442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Objetivo Específicos</a:t>
            </a:r>
            <a:endParaRPr lang="es-ES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D69C030-BDFC-940C-9B7E-C1F0BCDC0A2A}"/>
              </a:ext>
            </a:extLst>
          </p:cNvPr>
          <p:cNvSpPr/>
          <p:nvPr/>
        </p:nvSpPr>
        <p:spPr>
          <a:xfrm>
            <a:off x="411317" y="156987"/>
            <a:ext cx="3633283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1697326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8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BF4B3-A13F-3E4E-7361-5C36B04F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2A5ECE31-0619-3FE9-4CB5-BC84EE5304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grpSp>
        <p:nvGrpSpPr>
          <p:cNvPr id="80" name="Grupo 79">
            <a:extLst>
              <a:ext uri="{FF2B5EF4-FFF2-40B4-BE49-F238E27FC236}">
                <a16:creationId xmlns:a16="http://schemas.microsoft.com/office/drawing/2014/main" id="{9341903D-D0BA-F4B1-D5AA-406A5F6C55CC}"/>
              </a:ext>
            </a:extLst>
          </p:cNvPr>
          <p:cNvGrpSpPr/>
          <p:nvPr/>
        </p:nvGrpSpPr>
        <p:grpSpPr>
          <a:xfrm>
            <a:off x="-11323876" y="0"/>
            <a:ext cx="13173731" cy="6858000"/>
            <a:chOff x="-10134600" y="0"/>
            <a:chExt cx="13173731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77F44BD0-1087-8F72-5EBB-FE3A6C019272}"/>
                </a:ext>
              </a:extLst>
            </p:cNvPr>
            <p:cNvSpPr/>
            <p:nvPr/>
          </p:nvSpPr>
          <p:spPr>
            <a:xfrm>
              <a:off x="-1013460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2" name="Cuerda 81">
              <a:extLst>
                <a:ext uri="{FF2B5EF4-FFF2-40B4-BE49-F238E27FC236}">
                  <a16:creationId xmlns:a16="http://schemas.microsoft.com/office/drawing/2014/main" id="{75DCB26E-5B24-0319-699B-79C5D70D99FD}"/>
                </a:ext>
              </a:extLst>
            </p:cNvPr>
            <p:cNvSpPr/>
            <p:nvPr/>
          </p:nvSpPr>
          <p:spPr>
            <a:xfrm>
              <a:off x="1043743" y="226719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7FA31A50-0C7A-62AE-DAFC-C81375D9B518}"/>
              </a:ext>
            </a:extLst>
          </p:cNvPr>
          <p:cNvGrpSpPr/>
          <p:nvPr/>
        </p:nvGrpSpPr>
        <p:grpSpPr>
          <a:xfrm>
            <a:off x="-11482125" y="0"/>
            <a:ext cx="13152160" cy="6858000"/>
            <a:chOff x="0" y="-247650"/>
            <a:chExt cx="13152160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0A0819EE-95EC-DF10-4F3F-807A065C802E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6" name="Cuerda 85">
              <a:extLst>
                <a:ext uri="{FF2B5EF4-FFF2-40B4-BE49-F238E27FC236}">
                  <a16:creationId xmlns:a16="http://schemas.microsoft.com/office/drawing/2014/main" id="{F7C50B74-7E24-21F6-BAAD-485C4DF46FD1}"/>
                </a:ext>
              </a:extLst>
            </p:cNvPr>
            <p:cNvSpPr/>
            <p:nvPr/>
          </p:nvSpPr>
          <p:spPr>
            <a:xfrm>
              <a:off x="11156772" y="2024006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AA91A0F8-BB2D-407E-C8D8-A773773D94F1}"/>
              </a:ext>
            </a:extLst>
          </p:cNvPr>
          <p:cNvGrpSpPr/>
          <p:nvPr/>
        </p:nvGrpSpPr>
        <p:grpSpPr>
          <a:xfrm>
            <a:off x="-11658959" y="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1131903A-F0DA-1487-9F25-4ED057F5EABE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90" name="Cuerda 89">
              <a:extLst>
                <a:ext uri="{FF2B5EF4-FFF2-40B4-BE49-F238E27FC236}">
                  <a16:creationId xmlns:a16="http://schemas.microsoft.com/office/drawing/2014/main" id="{083499D2-545B-AE26-37B6-9F44421524D7}"/>
                </a:ext>
              </a:extLst>
            </p:cNvPr>
            <p:cNvSpPr/>
            <p:nvPr/>
          </p:nvSpPr>
          <p:spPr>
            <a:xfrm>
              <a:off x="11178231" y="2034063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37A7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8FA6B1E-FA99-D67B-C3CE-1134A1E8F0C8}"/>
              </a:ext>
            </a:extLst>
          </p:cNvPr>
          <p:cNvGrpSpPr/>
          <p:nvPr/>
        </p:nvGrpSpPr>
        <p:grpSpPr>
          <a:xfrm>
            <a:off x="-11859537" y="4536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8AD6051-EF57-2A2A-6633-80428D18A82A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17" name="Cuerda 16">
              <a:extLst>
                <a:ext uri="{FF2B5EF4-FFF2-40B4-BE49-F238E27FC236}">
                  <a16:creationId xmlns:a16="http://schemas.microsoft.com/office/drawing/2014/main" id="{88E5B9B3-46D1-A6F8-3324-6FCF7E577C03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CD051AEB-8513-948D-3B87-6C03A76FA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C7F317C8-0023-1CC5-5415-B77345B85BD9}"/>
              </a:ext>
            </a:extLst>
          </p:cNvPr>
          <p:cNvSpPr/>
          <p:nvPr/>
        </p:nvSpPr>
        <p:spPr>
          <a:xfrm>
            <a:off x="751251" y="156987"/>
            <a:ext cx="5162169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JUSTIFICACIÓN</a:t>
            </a:r>
          </a:p>
        </p:txBody>
      </p:sp>
    </p:spTree>
    <p:extLst>
      <p:ext uri="{BB962C8B-B14F-4D97-AF65-F5344CB8AC3E}">
        <p14:creationId xmlns:p14="http://schemas.microsoft.com/office/powerpoint/2010/main" val="2023042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8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13DC-6364-C53F-AEBE-3D6972E1B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o 75">
            <a:extLst>
              <a:ext uri="{FF2B5EF4-FFF2-40B4-BE49-F238E27FC236}">
                <a16:creationId xmlns:a16="http://schemas.microsoft.com/office/drawing/2014/main" id="{E8C026AF-6DB6-3E5E-96A1-62951DA08F8D}"/>
              </a:ext>
            </a:extLst>
          </p:cNvPr>
          <p:cNvGrpSpPr/>
          <p:nvPr/>
        </p:nvGrpSpPr>
        <p:grpSpPr>
          <a:xfrm>
            <a:off x="-11152276" y="9978"/>
            <a:ext cx="13153313" cy="6858000"/>
            <a:chOff x="-10153650" y="-19050"/>
            <a:chExt cx="13153313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28F32F20-75BB-CDC7-35F1-28A163500E74}"/>
                </a:ext>
              </a:extLst>
            </p:cNvPr>
            <p:cNvSpPr/>
            <p:nvPr/>
          </p:nvSpPr>
          <p:spPr>
            <a:xfrm>
              <a:off x="-10153650" y="-1905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78" name="Cuerda 77">
              <a:extLst>
                <a:ext uri="{FF2B5EF4-FFF2-40B4-BE49-F238E27FC236}">
                  <a16:creationId xmlns:a16="http://schemas.microsoft.com/office/drawing/2014/main" id="{4841B1FB-6B51-5292-949C-33C96F95C762}"/>
                </a:ext>
              </a:extLst>
            </p:cNvPr>
            <p:cNvSpPr/>
            <p:nvPr/>
          </p:nvSpPr>
          <p:spPr>
            <a:xfrm>
              <a:off x="1004275" y="223891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99CB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28AE1C86-8127-0A99-0357-38C3AD2F3997}"/>
              </a:ext>
            </a:extLst>
          </p:cNvPr>
          <p:cNvGrpSpPr/>
          <p:nvPr/>
        </p:nvGrpSpPr>
        <p:grpSpPr>
          <a:xfrm>
            <a:off x="-11323876" y="0"/>
            <a:ext cx="13173731" cy="6858000"/>
            <a:chOff x="-10134600" y="0"/>
            <a:chExt cx="13173731" cy="68580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89DC2306-D594-7FAB-C28E-347FF365E33D}"/>
                </a:ext>
              </a:extLst>
            </p:cNvPr>
            <p:cNvSpPr/>
            <p:nvPr/>
          </p:nvSpPr>
          <p:spPr>
            <a:xfrm>
              <a:off x="-1013460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2" name="Cuerda 81">
              <a:extLst>
                <a:ext uri="{FF2B5EF4-FFF2-40B4-BE49-F238E27FC236}">
                  <a16:creationId xmlns:a16="http://schemas.microsoft.com/office/drawing/2014/main" id="{585FD70A-CF65-38AE-E94B-194A43DE52AB}"/>
                </a:ext>
              </a:extLst>
            </p:cNvPr>
            <p:cNvSpPr/>
            <p:nvPr/>
          </p:nvSpPr>
          <p:spPr>
            <a:xfrm>
              <a:off x="1043743" y="226719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6D964D61-4952-3162-DFE7-E4F9F6404120}"/>
              </a:ext>
            </a:extLst>
          </p:cNvPr>
          <p:cNvGrpSpPr/>
          <p:nvPr/>
        </p:nvGrpSpPr>
        <p:grpSpPr>
          <a:xfrm>
            <a:off x="-11482125" y="0"/>
            <a:ext cx="13152160" cy="6858000"/>
            <a:chOff x="0" y="-247650"/>
            <a:chExt cx="13152160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A5BEFFE5-9BE5-59C1-C7E0-92DB654F5178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86" name="Cuerda 85">
              <a:extLst>
                <a:ext uri="{FF2B5EF4-FFF2-40B4-BE49-F238E27FC236}">
                  <a16:creationId xmlns:a16="http://schemas.microsoft.com/office/drawing/2014/main" id="{380FA166-A31C-0D27-2481-40966F5871AD}"/>
                </a:ext>
              </a:extLst>
            </p:cNvPr>
            <p:cNvSpPr/>
            <p:nvPr/>
          </p:nvSpPr>
          <p:spPr>
            <a:xfrm>
              <a:off x="11156772" y="2024006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280B83B0-8CEB-1CBB-9354-1B40AC609524}"/>
              </a:ext>
            </a:extLst>
          </p:cNvPr>
          <p:cNvGrpSpPr/>
          <p:nvPr/>
        </p:nvGrpSpPr>
        <p:grpSpPr>
          <a:xfrm>
            <a:off x="-11658959" y="0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2E09B17E-D796-75DE-E3DF-011BD6C38064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90" name="Cuerda 89">
              <a:extLst>
                <a:ext uri="{FF2B5EF4-FFF2-40B4-BE49-F238E27FC236}">
                  <a16:creationId xmlns:a16="http://schemas.microsoft.com/office/drawing/2014/main" id="{B14A9D91-8B56-A19C-7165-873DE2A5810A}"/>
                </a:ext>
              </a:extLst>
            </p:cNvPr>
            <p:cNvSpPr/>
            <p:nvPr/>
          </p:nvSpPr>
          <p:spPr>
            <a:xfrm>
              <a:off x="11178231" y="2034063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rgbClr val="37A7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C774592-188A-3919-960D-3BCF4E66EE2E}"/>
              </a:ext>
            </a:extLst>
          </p:cNvPr>
          <p:cNvGrpSpPr/>
          <p:nvPr/>
        </p:nvGrpSpPr>
        <p:grpSpPr>
          <a:xfrm>
            <a:off x="-11859537" y="4536"/>
            <a:ext cx="13173619" cy="6858000"/>
            <a:chOff x="0" y="-247650"/>
            <a:chExt cx="13173619" cy="6858000"/>
          </a:xfrm>
          <a:solidFill>
            <a:schemeClr val="bg1">
              <a:lumMod val="95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A09DAF83-D939-7548-57F5-15D7E4431DD3}"/>
                </a:ext>
              </a:extLst>
            </p:cNvPr>
            <p:cNvSpPr/>
            <p:nvPr/>
          </p:nvSpPr>
          <p:spPr>
            <a:xfrm>
              <a:off x="0" y="-247650"/>
              <a:ext cx="12192000" cy="6858000"/>
            </a:xfrm>
            <a:prstGeom prst="rect">
              <a:avLst/>
            </a:prstGeom>
            <a:grpFill/>
            <a:ln>
              <a:solidFill>
                <a:srgbClr val="63A537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sp>
          <p:nvSpPr>
            <p:cNvPr id="17" name="Cuerda 16">
              <a:extLst>
                <a:ext uri="{FF2B5EF4-FFF2-40B4-BE49-F238E27FC236}">
                  <a16:creationId xmlns:a16="http://schemas.microsoft.com/office/drawing/2014/main" id="{7183A5D6-6501-2D63-8AF4-327F3C6D7C56}"/>
                </a:ext>
              </a:extLst>
            </p:cNvPr>
            <p:cNvSpPr/>
            <p:nvPr/>
          </p:nvSpPr>
          <p:spPr>
            <a:xfrm>
              <a:off x="11178231" y="2019549"/>
              <a:ext cx="1995388" cy="2323602"/>
            </a:xfrm>
            <a:prstGeom prst="chord">
              <a:avLst>
                <a:gd name="adj1" fmla="val 5302223"/>
                <a:gd name="adj2" fmla="val 1629065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9FC11717-8B2A-760A-A2F7-19E2FC44F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Rectángulo 133">
            <a:extLst>
              <a:ext uri="{FF2B5EF4-FFF2-40B4-BE49-F238E27FC236}">
                <a16:creationId xmlns:a16="http://schemas.microsoft.com/office/drawing/2014/main" id="{A12C4238-5320-A930-67CC-B9B86FFF339E}"/>
              </a:ext>
            </a:extLst>
          </p:cNvPr>
          <p:cNvSpPr/>
          <p:nvPr/>
        </p:nvSpPr>
        <p:spPr>
          <a:xfrm>
            <a:off x="872826" y="156987"/>
            <a:ext cx="9649265" cy="830997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MARCO TEORICO CONCEPTUAL</a:t>
            </a:r>
            <a:endParaRPr lang="es-ES" sz="4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13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2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51A7D-DB96-12A4-E90E-9D667CF4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9BBC036A-7720-2101-4FAD-1CB7D7D0E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EB299A1B-32A6-7335-9372-86EE58771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Rectángulo 95">
            <a:extLst>
              <a:ext uri="{FF2B5EF4-FFF2-40B4-BE49-F238E27FC236}">
                <a16:creationId xmlns:a16="http://schemas.microsoft.com/office/drawing/2014/main" id="{BA7653A4-92BF-A107-2069-C40057EB47E6}"/>
              </a:ext>
            </a:extLst>
          </p:cNvPr>
          <p:cNvSpPr/>
          <p:nvPr/>
        </p:nvSpPr>
        <p:spPr>
          <a:xfrm>
            <a:off x="2451239" y="382473"/>
            <a:ext cx="7289522" cy="120032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MARCO TEORICO CONCEPTUAL DE LA METODOLOGÍA</a:t>
            </a:r>
            <a:endParaRPr lang="es-E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474943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6BBD-C397-197E-C636-F9951B255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A7552EFC-E5F2-64FE-5438-0F16853AA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iagrama de flujo: unión de suma 3">
            <a:extLst>
              <a:ext uri="{FF2B5EF4-FFF2-40B4-BE49-F238E27FC236}">
                <a16:creationId xmlns:a16="http://schemas.microsoft.com/office/drawing/2014/main" id="{2ED0A58D-13D1-1147-9174-C39D8E8F6778}"/>
              </a:ext>
            </a:extLst>
          </p:cNvPr>
          <p:cNvSpPr/>
          <p:nvPr/>
        </p:nvSpPr>
        <p:spPr>
          <a:xfrm>
            <a:off x="-2359742" y="0"/>
            <a:ext cx="6872748" cy="6872748"/>
          </a:xfrm>
          <a:prstGeom prst="flowChartSummingJunction">
            <a:avLst/>
          </a:prstGeom>
          <a:noFill/>
          <a:ln w="38100">
            <a:solidFill>
              <a:schemeClr val="bg1"/>
            </a:solidFill>
          </a:ln>
          <a:effectLst>
            <a:glow>
              <a:schemeClr val="bg1"/>
            </a:glow>
            <a:outerShdw blurRad="139700" dir="6000000" sx="101000" sy="101000" algn="tl" rotWithShape="0">
              <a:prstClr val="black">
                <a:alpha val="3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95188816-803F-BAAA-4438-BAD8A1B98380}"/>
              </a:ext>
            </a:extLst>
          </p:cNvPr>
          <p:cNvSpPr/>
          <p:nvPr/>
        </p:nvSpPr>
        <p:spPr>
          <a:xfrm>
            <a:off x="2396612" y="410944"/>
            <a:ext cx="9649265" cy="646331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MARCO TEORICO REFERENCIAL</a:t>
            </a:r>
            <a:endParaRPr lang="es-E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26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8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DC7BF1-58E5-4EB3-2FF1-A93EBF9A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1BB4D2F8-F8D5-AB0D-8424-31FAEC25DB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6826B10A-8F42-E071-52CA-5FCF7828D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F312A6E-6016-8515-EBBA-78237F2A7749}"/>
              </a:ext>
            </a:extLst>
          </p:cNvPr>
          <p:cNvSpPr/>
          <p:nvPr/>
        </p:nvSpPr>
        <p:spPr>
          <a:xfrm>
            <a:off x="1406012" y="410944"/>
            <a:ext cx="9649265" cy="646331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CRONOGRAMA</a:t>
            </a:r>
            <a:endParaRPr lang="es-E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165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75F6-C559-5F68-C1E6-3F344CAD6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2552DD0E-6331-DC40-C8B3-C8F9E18EA9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5F4EA4E7-C447-6AF6-8D4F-45CC80988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398BB01-D553-070A-DEA5-5CBAF04DDCC4}"/>
              </a:ext>
            </a:extLst>
          </p:cNvPr>
          <p:cNvSpPr txBox="1"/>
          <p:nvPr/>
        </p:nvSpPr>
        <p:spPr>
          <a:xfrm>
            <a:off x="3001371" y="1631492"/>
            <a:ext cx="6189258" cy="50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325"/>
              </a:spcBef>
              <a:tabLst>
                <a:tab pos="292100" algn="l"/>
              </a:tabLst>
            </a:pPr>
            <a:r>
              <a:rPr lang="es-BO" sz="2000" b="1" cap="all" spc="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ESTIMACION</a:t>
            </a:r>
            <a:r>
              <a:rPr lang="es-BO" sz="2000" b="1" cap="all" spc="-1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BO" sz="2000" b="1" cap="all" spc="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DE</a:t>
            </a:r>
            <a:r>
              <a:rPr lang="es-BO" sz="2000" b="1" cap="all" spc="-15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BO" sz="2000" b="1" cap="all" spc="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LAS</a:t>
            </a:r>
            <a:r>
              <a:rPr lang="es-BO" sz="2000" b="1" cap="all" spc="-3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BO" sz="2000" b="1" cap="all" spc="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HISTORIAS</a:t>
            </a:r>
            <a:r>
              <a:rPr lang="es-BO" sz="2000" b="1" cap="all" spc="-25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BO" sz="2000" b="1" cap="all" spc="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DE</a:t>
            </a:r>
            <a:r>
              <a:rPr lang="es-BO" sz="2000" b="1" cap="all" spc="-15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BO" sz="2000" b="1" cap="all" spc="-1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USUARIO</a:t>
            </a:r>
            <a:endParaRPr lang="es-BO" sz="2000" b="1" cap="all" spc="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D50AC9F-FD27-491F-ADC5-237A6B414C4A}"/>
              </a:ext>
            </a:extLst>
          </p:cNvPr>
          <p:cNvSpPr/>
          <p:nvPr/>
        </p:nvSpPr>
        <p:spPr>
          <a:xfrm>
            <a:off x="1271367" y="203316"/>
            <a:ext cx="9649265" cy="70788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INGENIERIA DEL PROYECTO (SCRUM)</a:t>
            </a:r>
          </a:p>
        </p:txBody>
      </p:sp>
    </p:spTree>
    <p:extLst>
      <p:ext uri="{BB962C8B-B14F-4D97-AF65-F5344CB8AC3E}">
        <p14:creationId xmlns:p14="http://schemas.microsoft.com/office/powerpoint/2010/main" val="1435770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18CCF2-F493-F57D-53C8-1B5DBE55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133F34B6-D2CB-B1D0-3915-98CEE23D0F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BD4181EA-C3BA-7DD2-9849-15AEB037C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E1B7AE4-6AA7-FE6A-7132-D9BE11CCB39F}"/>
              </a:ext>
            </a:extLst>
          </p:cNvPr>
          <p:cNvSpPr/>
          <p:nvPr/>
        </p:nvSpPr>
        <p:spPr>
          <a:xfrm>
            <a:off x="1271367" y="203316"/>
            <a:ext cx="9649265" cy="70788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INGENIERIA DEL PROYECTO (SCRUM)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E862E30-F253-DF45-FDC3-EBEAC9E6C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699917"/>
              </p:ext>
            </p:extLst>
          </p:nvPr>
        </p:nvGraphicFramePr>
        <p:xfrm>
          <a:off x="2199564" y="2554747"/>
          <a:ext cx="7792871" cy="344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0253">
                  <a:extLst>
                    <a:ext uri="{9D8B030D-6E8A-4147-A177-3AD203B41FA5}">
                      <a16:colId xmlns:a16="http://schemas.microsoft.com/office/drawing/2014/main" val="1950962253"/>
                    </a:ext>
                  </a:extLst>
                </a:gridCol>
                <a:gridCol w="2716309">
                  <a:extLst>
                    <a:ext uri="{9D8B030D-6E8A-4147-A177-3AD203B41FA5}">
                      <a16:colId xmlns:a16="http://schemas.microsoft.com/office/drawing/2014/main" val="1480669095"/>
                    </a:ext>
                  </a:extLst>
                </a:gridCol>
                <a:gridCol w="2716309">
                  <a:extLst>
                    <a:ext uri="{9D8B030D-6E8A-4147-A177-3AD203B41FA5}">
                      <a16:colId xmlns:a16="http://schemas.microsoft.com/office/drawing/2014/main" val="491529963"/>
                    </a:ext>
                  </a:extLst>
                </a:gridCol>
              </a:tblGrid>
              <a:tr h="346218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80"/>
                        </a:spcBef>
                      </a:pPr>
                      <a:r>
                        <a:rPr lang="es-BO" sz="1200">
                          <a:effectLst/>
                        </a:rPr>
                        <a:t>SPRINTS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80"/>
                        </a:spcBef>
                      </a:pPr>
                      <a:r>
                        <a:rPr lang="es-BO" sz="1200" dirty="0">
                          <a:effectLst/>
                        </a:rPr>
                        <a:t>DURACIÓN</a:t>
                      </a:r>
                      <a:endParaRPr lang="es-BO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265077"/>
                  </a:ext>
                </a:extLst>
              </a:tr>
              <a:tr h="346218"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80"/>
                        </a:spcBef>
                      </a:pPr>
                      <a:r>
                        <a:rPr lang="es-BO" sz="1200">
                          <a:effectLst/>
                        </a:rPr>
                        <a:t>FECHA DE INCIO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80"/>
                        </a:spcBef>
                      </a:pPr>
                      <a:r>
                        <a:rPr lang="es-BO" sz="1200">
                          <a:effectLst/>
                        </a:rPr>
                        <a:t>FECHA FIN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5053568"/>
                  </a:ext>
                </a:extLst>
              </a:tr>
              <a:tr h="3462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80"/>
                        </a:spcBef>
                      </a:pPr>
                      <a:r>
                        <a:rPr lang="es-BO" sz="1200">
                          <a:effectLst/>
                        </a:rPr>
                        <a:t>Sprints 1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01/08/2024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08/08/2024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3275045"/>
                  </a:ext>
                </a:extLst>
              </a:tr>
              <a:tr h="3462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80"/>
                        </a:spcBef>
                      </a:pPr>
                      <a:r>
                        <a:rPr lang="es-BO" sz="1200">
                          <a:effectLst/>
                        </a:rPr>
                        <a:t>Sprints 2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09/08/2024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29/08/2024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1962127"/>
                  </a:ext>
                </a:extLst>
              </a:tr>
              <a:tr h="3462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80"/>
                        </a:spcBef>
                      </a:pPr>
                      <a:r>
                        <a:rPr lang="es-BO" sz="1200">
                          <a:effectLst/>
                        </a:rPr>
                        <a:t>Sprints 3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30/08/2024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17/10/2024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7351995"/>
                  </a:ext>
                </a:extLst>
              </a:tr>
              <a:tr h="3462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80"/>
                        </a:spcBef>
                      </a:pPr>
                      <a:r>
                        <a:rPr lang="es-BO" sz="1200">
                          <a:effectLst/>
                        </a:rPr>
                        <a:t>Sprints 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18/10/2024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25/10/2024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5792828"/>
                  </a:ext>
                </a:extLst>
              </a:tr>
              <a:tr h="3462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80"/>
                        </a:spcBef>
                      </a:pPr>
                      <a:r>
                        <a:rPr lang="es-BO" sz="1200">
                          <a:effectLst/>
                        </a:rPr>
                        <a:t>Sprints 5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28/10/2024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12/11/2024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9547912"/>
                  </a:ext>
                </a:extLst>
              </a:tr>
              <a:tr h="3462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80"/>
                        </a:spcBef>
                      </a:pPr>
                      <a:r>
                        <a:rPr lang="es-BO" sz="1200">
                          <a:effectLst/>
                        </a:rPr>
                        <a:t>Sprints 6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13/11/2024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>
                          <a:effectLst/>
                        </a:rPr>
                        <a:t>29/11/2024</a:t>
                      </a:r>
                      <a:endParaRPr lang="es-BO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7630873"/>
                  </a:ext>
                </a:extLst>
              </a:tr>
              <a:tr h="676016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200" dirty="0">
                          <a:effectLst/>
                        </a:rPr>
                        <a:t>Tabla 15. Definición de Fechas de los Sprints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BO" sz="1000" dirty="0">
                          <a:effectLst/>
                        </a:rPr>
                        <a:t>Fuente: Elaboración Propia</a:t>
                      </a:r>
                      <a:endParaRPr lang="es-BO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406446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CF9F54E-7F3A-ED59-7725-AE3F18ED9BBC}"/>
              </a:ext>
            </a:extLst>
          </p:cNvPr>
          <p:cNvSpPr txBox="1"/>
          <p:nvPr/>
        </p:nvSpPr>
        <p:spPr>
          <a:xfrm>
            <a:off x="3898711" y="2003227"/>
            <a:ext cx="6093724" cy="50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380"/>
              </a:spcBef>
              <a:tabLst>
                <a:tab pos="292100" algn="l"/>
              </a:tabLst>
            </a:pPr>
            <a:r>
              <a:rPr lang="es-BO" sz="2000" b="1" cap="all" spc="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DEFINICION</a:t>
            </a:r>
            <a:r>
              <a:rPr lang="es-BO" sz="2000" b="1" cap="all" spc="-3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BO" sz="2000" b="1" cap="all" spc="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DE</a:t>
            </a:r>
            <a:r>
              <a:rPr lang="es-BO" sz="2000" b="1" cap="all" spc="-15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BO" sz="2000" b="1" cap="all" spc="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LOS</a:t>
            </a:r>
            <a:r>
              <a:rPr lang="es-BO" sz="2000" b="1" cap="all" spc="-25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BO" sz="2000" b="1" cap="all" spc="-1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SPRINTS</a:t>
            </a:r>
            <a:endParaRPr lang="es-BO" sz="2000" b="1" cap="all" spc="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0004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25C5-054B-7ADB-6B6C-B11EFAE6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96E7D810-27DE-99A4-A2DC-3891AE79F3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4C65CC20-E7AE-A0DF-0A53-A1DE4303F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022BEDA-0BCC-70AF-3BC7-A7CA891E7747}"/>
              </a:ext>
            </a:extLst>
          </p:cNvPr>
          <p:cNvSpPr/>
          <p:nvPr/>
        </p:nvSpPr>
        <p:spPr>
          <a:xfrm>
            <a:off x="1271367" y="203316"/>
            <a:ext cx="9649265" cy="70788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INGENIERIA DEL PROYECTO (SCRUM)</a:t>
            </a:r>
          </a:p>
        </p:txBody>
      </p:sp>
    </p:spTree>
    <p:extLst>
      <p:ext uri="{BB962C8B-B14F-4D97-AF65-F5344CB8AC3E}">
        <p14:creationId xmlns:p14="http://schemas.microsoft.com/office/powerpoint/2010/main" val="38216783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E1B03-A185-D168-66E6-454BC7D3D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0E02EB86-797E-B2F7-5095-BDEDFCAD0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F6C9957-26DA-ED75-939A-CE1824D41EBA}"/>
              </a:ext>
            </a:extLst>
          </p:cNvPr>
          <p:cNvSpPr/>
          <p:nvPr/>
        </p:nvSpPr>
        <p:spPr>
          <a:xfrm>
            <a:off x="1271367" y="203316"/>
            <a:ext cx="9649265" cy="70788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INGENIERIA DEL PROYECTO (SCRUM)</a:t>
            </a:r>
          </a:p>
        </p:txBody>
      </p:sp>
    </p:spTree>
    <p:extLst>
      <p:ext uri="{BB962C8B-B14F-4D97-AF65-F5344CB8AC3E}">
        <p14:creationId xmlns:p14="http://schemas.microsoft.com/office/powerpoint/2010/main" val="2715480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45430C-D18D-7F96-389F-F29E007A4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6327390B-0F44-5FB1-FE7E-F591A745F9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D903CB0C-B33C-A64C-DF2B-CDC938C10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693F5EB-AD94-81BF-4525-F415C421FDC5}"/>
              </a:ext>
            </a:extLst>
          </p:cNvPr>
          <p:cNvSpPr/>
          <p:nvPr/>
        </p:nvSpPr>
        <p:spPr>
          <a:xfrm>
            <a:off x="1271367" y="203316"/>
            <a:ext cx="9649265" cy="70788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CONCLUCIONES</a:t>
            </a:r>
          </a:p>
        </p:txBody>
      </p:sp>
    </p:spTree>
    <p:extLst>
      <p:ext uri="{BB962C8B-B14F-4D97-AF65-F5344CB8AC3E}">
        <p14:creationId xmlns:p14="http://schemas.microsoft.com/office/powerpoint/2010/main" val="6478343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C0600-75F3-40EC-CD5A-8521EA8D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BE08581D-4CC2-6A0E-365D-AFEEA885C6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5" name="Picture 2" descr="Razones para estudiar en UDABOL">
            <a:extLst>
              <a:ext uri="{FF2B5EF4-FFF2-40B4-BE49-F238E27FC236}">
                <a16:creationId xmlns:a16="http://schemas.microsoft.com/office/drawing/2014/main" id="{666F9F28-4C78-F46F-7111-CCCBC4350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09" y="265603"/>
            <a:ext cx="761850" cy="717035"/>
          </a:xfrm>
          <a:prstGeom prst="rect">
            <a:avLst/>
          </a:prstGeom>
          <a:ln>
            <a:noFill/>
          </a:ln>
          <a:effectLst>
            <a:glow rad="228600">
              <a:srgbClr val="004D3A"/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DD9F054-624C-5F47-A79F-A91304CE237D}"/>
              </a:ext>
            </a:extLst>
          </p:cNvPr>
          <p:cNvSpPr/>
          <p:nvPr/>
        </p:nvSpPr>
        <p:spPr>
          <a:xfrm>
            <a:off x="4237156" y="1390167"/>
            <a:ext cx="3717685" cy="3154710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6">
                <a:lumMod val="75000"/>
                <a:alpha val="79000"/>
              </a:schemeClr>
            </a:glow>
            <a:outerShdw blurRad="152400" dist="317500" dir="5400000" sx="86000" sy="86000" rotWithShape="0">
              <a:prstClr val="black">
                <a:alpha val="9000"/>
              </a:prstClr>
            </a:outerShdw>
            <a:reflection stA="45000" endPos="65000" dist="38100" dir="5400000" sy="-100000" algn="bl" rotWithShape="0"/>
          </a:effectLst>
          <a:scene3d>
            <a:camera prst="obliqueTopRight"/>
            <a:lightRig rig="threePt" dir="t"/>
          </a:scene3d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19900" b="1" cap="none" spc="0" dirty="0">
                <a:ln/>
                <a:solidFill>
                  <a:schemeClr val="accent6">
                    <a:lumMod val="75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FIN</a:t>
            </a:r>
            <a:endParaRPr lang="es-ES" sz="19900" b="1" dirty="0">
              <a:ln/>
              <a:solidFill>
                <a:schemeClr val="accent6">
                  <a:lumMod val="75000"/>
                </a:schemeClr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707860E-3690-9CE6-06CB-2C3A42D1B780}"/>
              </a:ext>
            </a:extLst>
          </p:cNvPr>
          <p:cNvSpPr/>
          <p:nvPr/>
        </p:nvSpPr>
        <p:spPr>
          <a:xfrm>
            <a:off x="2437451" y="4696218"/>
            <a:ext cx="7317097" cy="1200329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rgbClr val="CB35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 AGRADECE SUS </a:t>
            </a:r>
          </a:p>
          <a:p>
            <a:pPr algn="ctr"/>
            <a:r>
              <a:rPr lang="es-ES" sz="3600" b="0" cap="none" spc="0" dirty="0">
                <a:ln w="0"/>
                <a:solidFill>
                  <a:srgbClr val="CB35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OBSERVACIONES Y SUGERENCIA</a:t>
            </a:r>
          </a:p>
        </p:txBody>
      </p:sp>
    </p:spTree>
    <p:extLst>
      <p:ext uri="{BB962C8B-B14F-4D97-AF65-F5344CB8AC3E}">
        <p14:creationId xmlns:p14="http://schemas.microsoft.com/office/powerpoint/2010/main" val="36385715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00"/>
                            </p:stCondLst>
                            <p:childTnLst>
                              <p:par>
                                <p:cTn id="16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8E4F147-A6FA-4F3B-8E78-EC8AE3A9D793}">
  <we:reference id="wa200007130" version="1.0.0.1" store="es-E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7714</TotalTime>
  <Words>162</Words>
  <Application>Microsoft Office PowerPoint</Application>
  <PresentationFormat>Panorámica</PresentationFormat>
  <Paragraphs>68</Paragraphs>
  <Slides>18</Slides>
  <Notes>0</Notes>
  <HiddenSlides>3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Aptos</vt:lpstr>
      <vt:lpstr>Arial</vt:lpstr>
      <vt:lpstr>Arial Black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gaby alejandra pozzi angulo</dc:creator>
  <cp:lastModifiedBy>USUARIO</cp:lastModifiedBy>
  <cp:revision>30</cp:revision>
  <dcterms:created xsi:type="dcterms:W3CDTF">2017-01-31T12:40:12Z</dcterms:created>
  <dcterms:modified xsi:type="dcterms:W3CDTF">2025-11-08T01:58:18Z</dcterms:modified>
</cp:coreProperties>
</file>